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4"/>
  </p:notesMasterIdLst>
  <p:sldIdLst>
    <p:sldId id="283" r:id="rId2"/>
    <p:sldId id="282" r:id="rId3"/>
    <p:sldId id="258" r:id="rId4"/>
    <p:sldId id="257" r:id="rId5"/>
    <p:sldId id="259" r:id="rId6"/>
    <p:sldId id="279" r:id="rId7"/>
    <p:sldId id="280" r:id="rId8"/>
    <p:sldId id="28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3722D-0551-EC46-9C3A-E54EFFC65B76}" v="341" dt="2025-10-08T09:40:57.037"/>
    <p1510:client id="{82B0F6BE-135F-1CBC-73D1-1217C0734699}" v="47" dt="2025-10-08T09:57:36.724"/>
    <p1510:client id="{A7AFBFBD-AA34-5FC8-0DE0-1BCDF36E2BD5}" v="48" dt="2025-10-08T09:45:20.510"/>
    <p1510:client id="{B08A2288-C681-B1B4-8B58-D2883F2CB1AD}" v="211" dt="2025-10-08T10:04:08.288"/>
    <p1510:client id="{BCD85BEB-1854-4046-494A-21334BBAF7D6}" v="31" dt="2025-10-07T11:34:54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giniah Waringa Nganga" userId="S::x22248781@student.ncirl.ie::22aa37a7-0785-4272-9472-ba6bce9c692e" providerId="AD" clId="Web-{BCD85BEB-1854-4046-494A-21334BBAF7D6}"/>
    <pc:docChg chg="modSld">
      <pc:chgData name="Virginiah Waringa Nganga" userId="S::x22248781@student.ncirl.ie::22aa37a7-0785-4272-9472-ba6bce9c692e" providerId="AD" clId="Web-{BCD85BEB-1854-4046-494A-21334BBAF7D6}" dt="2025-10-07T11:34:54.409" v="30"/>
      <pc:docMkLst>
        <pc:docMk/>
      </pc:docMkLst>
      <pc:sldChg chg="modSp modTransition addAnim delAnim modAnim">
        <pc:chgData name="Virginiah Waringa Nganga" userId="S::x22248781@student.ncirl.ie::22aa37a7-0785-4272-9472-ba6bce9c692e" providerId="AD" clId="Web-{BCD85BEB-1854-4046-494A-21334BBAF7D6}" dt="2025-10-07T11:34:54.409" v="30"/>
        <pc:sldMkLst>
          <pc:docMk/>
          <pc:sldMk cId="813730159" sldId="269"/>
        </pc:sldMkLst>
        <pc:spChg chg="mod">
          <ac:chgData name="Virginiah Waringa Nganga" userId="S::x22248781@student.ncirl.ie::22aa37a7-0785-4272-9472-ba6bce9c692e" providerId="AD" clId="Web-{BCD85BEB-1854-4046-494A-21334BBAF7D6}" dt="2025-10-07T11:27:29.136" v="22" actId="14100"/>
          <ac:spMkLst>
            <pc:docMk/>
            <pc:sldMk cId="813730159" sldId="269"/>
            <ac:spMk id="3" creationId="{0EBD7001-B341-9EAC-6D8F-8DDCA74E4650}"/>
          </ac:spMkLst>
        </pc:spChg>
      </pc:sldChg>
      <pc:sldChg chg="addSp modSp modAnim">
        <pc:chgData name="Virginiah Waringa Nganga" userId="S::x22248781@student.ncirl.ie::22aa37a7-0785-4272-9472-ba6bce9c692e" providerId="AD" clId="Web-{BCD85BEB-1854-4046-494A-21334BBAF7D6}" dt="2025-10-07T11:30:48.157" v="28" actId="1076"/>
        <pc:sldMkLst>
          <pc:docMk/>
          <pc:sldMk cId="4186962268" sldId="271"/>
        </pc:sldMkLst>
        <pc:spChg chg="add mod">
          <ac:chgData name="Virginiah Waringa Nganga" userId="S::x22248781@student.ncirl.ie::22aa37a7-0785-4272-9472-ba6bce9c692e" providerId="AD" clId="Web-{BCD85BEB-1854-4046-494A-21334BBAF7D6}" dt="2025-10-07T11:30:48.157" v="28" actId="1076"/>
          <ac:spMkLst>
            <pc:docMk/>
            <pc:sldMk cId="4186962268" sldId="271"/>
            <ac:spMk id="99" creationId="{F5F84112-FF3F-B38B-211A-7AD65FBCF7D7}"/>
          </ac:spMkLst>
        </pc:spChg>
      </pc:sldChg>
    </pc:docChg>
  </pc:docChgLst>
  <pc:docChgLst>
    <pc:chgData name="Linru Wang" userId="S::x23177152@student.ncirl.ie::32b7eb60-a4d7-4dd8-ad66-4b12dbbab374" providerId="AD" clId="Web-{CA92CB52-0FD6-E93B-0796-5ECDB3B4B78E}"/>
    <pc:docChg chg="modSld">
      <pc:chgData name="Linru Wang" userId="S::x23177152@student.ncirl.ie::32b7eb60-a4d7-4dd8-ad66-4b12dbbab374" providerId="AD" clId="Web-{CA92CB52-0FD6-E93B-0796-5ECDB3B4B78E}" dt="2025-10-08T09:59:47.483" v="11" actId="20577"/>
      <pc:docMkLst>
        <pc:docMk/>
      </pc:docMkLst>
      <pc:sldChg chg="modSp">
        <pc:chgData name="Linru Wang" userId="S::x23177152@student.ncirl.ie::32b7eb60-a4d7-4dd8-ad66-4b12dbbab374" providerId="AD" clId="Web-{CA92CB52-0FD6-E93B-0796-5ECDB3B4B78E}" dt="2025-10-08T09:59:47.483" v="11" actId="20577"/>
        <pc:sldMkLst>
          <pc:docMk/>
          <pc:sldMk cId="829282444" sldId="274"/>
        </pc:sldMkLst>
        <pc:graphicFrameChg chg="modGraphic">
          <ac:chgData name="Linru Wang" userId="S::x23177152@student.ncirl.ie::32b7eb60-a4d7-4dd8-ad66-4b12dbbab374" providerId="AD" clId="Web-{CA92CB52-0FD6-E93B-0796-5ECDB3B4B78E}" dt="2025-10-08T09:59:47.483" v="11" actId="20577"/>
          <ac:graphicFrameMkLst>
            <pc:docMk/>
            <pc:sldMk cId="829282444" sldId="274"/>
            <ac:graphicFrameMk id="5" creationId="{725748FE-DC93-243C-86F3-C6C6D2D5D83E}"/>
          </ac:graphicFrameMkLst>
        </pc:graphicFrameChg>
      </pc:sldChg>
    </pc:docChg>
  </pc:docChgLst>
  <pc:docChgLst>
    <pc:chgData name="Shemen Eroje" userId="04ca1c5d-753b-4b55-8176-c687fc30826b" providerId="ADAL" clId="{A625F952-E533-5DEF-8D6D-03CE48A49684}"/>
    <pc:docChg chg="undo custSel addSld delSld modSld sldOrd">
      <pc:chgData name="Shemen Eroje" userId="04ca1c5d-753b-4b55-8176-c687fc30826b" providerId="ADAL" clId="{A625F952-E533-5DEF-8D6D-03CE48A49684}" dt="2025-10-08T09:40:57.033" v="335" actId="20577"/>
      <pc:docMkLst>
        <pc:docMk/>
      </pc:docMkLst>
      <pc:sldChg chg="delSp modSp add del mod setBg delDesignElem">
        <pc:chgData name="Shemen Eroje" userId="04ca1c5d-753b-4b55-8176-c687fc30826b" providerId="ADAL" clId="{A625F952-E533-5DEF-8D6D-03CE48A49684}" dt="2025-10-06T14:30:40.114" v="226"/>
        <pc:sldMkLst>
          <pc:docMk/>
          <pc:sldMk cId="2262731550" sldId="256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443872703" sldId="257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975254135" sldId="258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3682580992" sldId="259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3925760032" sldId="261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3708847860" sldId="262"/>
        </pc:sldMkLst>
      </pc:sldChg>
      <pc:sldChg chg="addSp delSp modSp mod delDesignElem">
        <pc:chgData name="Shemen Eroje" userId="04ca1c5d-753b-4b55-8176-c687fc30826b" providerId="ADAL" clId="{A625F952-E533-5DEF-8D6D-03CE48A49684}" dt="2025-10-08T09:39:44.007" v="313" actId="20577"/>
        <pc:sldMkLst>
          <pc:docMk/>
          <pc:sldMk cId="1927820597" sldId="263"/>
        </pc:sldMkLst>
        <pc:spChg chg="add mod">
          <ac:chgData name="Shemen Eroje" userId="04ca1c5d-753b-4b55-8176-c687fc30826b" providerId="ADAL" clId="{A625F952-E533-5DEF-8D6D-03CE48A49684}" dt="2025-10-08T09:39:44.007" v="313" actId="20577"/>
          <ac:spMkLst>
            <pc:docMk/>
            <pc:sldMk cId="1927820597" sldId="263"/>
            <ac:spMk id="4" creationId="{E7D10DDA-E74A-C56D-6325-7AA602ECD372}"/>
          </ac:spMkLst>
        </pc:spChg>
      </pc:sldChg>
      <pc:sldChg chg="addSp delSp modSp mod delDesignElem">
        <pc:chgData name="Shemen Eroje" userId="04ca1c5d-753b-4b55-8176-c687fc30826b" providerId="ADAL" clId="{A625F952-E533-5DEF-8D6D-03CE48A49684}" dt="2025-10-08T09:40:35.319" v="331"/>
        <pc:sldMkLst>
          <pc:docMk/>
          <pc:sldMk cId="1516521564" sldId="264"/>
        </pc:sldMkLst>
        <pc:spChg chg="mod">
          <ac:chgData name="Shemen Eroje" userId="04ca1c5d-753b-4b55-8176-c687fc30826b" providerId="ADAL" clId="{A625F952-E533-5DEF-8D6D-03CE48A49684}" dt="2025-10-06T14:31:08.918" v="228"/>
          <ac:spMkLst>
            <pc:docMk/>
            <pc:sldMk cId="1516521564" sldId="264"/>
            <ac:spMk id="2" creationId="{221EADDA-F31C-AEED-A2DE-4ADDE6748F31}"/>
          </ac:spMkLst>
        </pc:spChg>
        <pc:spChg chg="add del mod">
          <ac:chgData name="Shemen Eroje" userId="04ca1c5d-753b-4b55-8176-c687fc30826b" providerId="ADAL" clId="{A625F952-E533-5DEF-8D6D-03CE48A49684}" dt="2025-10-08T09:40:34.436" v="330" actId="478"/>
          <ac:spMkLst>
            <pc:docMk/>
            <pc:sldMk cId="1516521564" sldId="264"/>
            <ac:spMk id="3" creationId="{4055BB99-F00B-C737-FFD0-D5CED2B52887}"/>
          </ac:spMkLst>
        </pc:spChg>
        <pc:spChg chg="add mod">
          <ac:chgData name="Shemen Eroje" userId="04ca1c5d-753b-4b55-8176-c687fc30826b" providerId="ADAL" clId="{A625F952-E533-5DEF-8D6D-03CE48A49684}" dt="2025-10-08T09:40:35.319" v="331"/>
          <ac:spMkLst>
            <pc:docMk/>
            <pc:sldMk cId="1516521564" sldId="264"/>
            <ac:spMk id="4" creationId="{D8687070-BE41-DBF3-FB06-E9F6228F2C86}"/>
          </ac:spMkLst>
        </pc:spChg>
      </pc:sldChg>
      <pc:sldChg chg="addSp delSp modSp mod delDesignElem">
        <pc:chgData name="Shemen Eroje" userId="04ca1c5d-753b-4b55-8176-c687fc30826b" providerId="ADAL" clId="{A625F952-E533-5DEF-8D6D-03CE48A49684}" dt="2025-10-08T09:40:41.578" v="333"/>
        <pc:sldMkLst>
          <pc:docMk/>
          <pc:sldMk cId="2238760662" sldId="265"/>
        </pc:sldMkLst>
        <pc:spChg chg="mod">
          <ac:chgData name="Shemen Eroje" userId="04ca1c5d-753b-4b55-8176-c687fc30826b" providerId="ADAL" clId="{A625F952-E533-5DEF-8D6D-03CE48A49684}" dt="2025-10-08T08:50:57.762" v="236" actId="5793"/>
          <ac:spMkLst>
            <pc:docMk/>
            <pc:sldMk cId="2238760662" sldId="265"/>
            <ac:spMk id="3" creationId="{6AA2BD01-379F-3ABB-BA4F-16EA8B844E43}"/>
          </ac:spMkLst>
        </pc:spChg>
        <pc:spChg chg="add del mod">
          <ac:chgData name="Shemen Eroje" userId="04ca1c5d-753b-4b55-8176-c687fc30826b" providerId="ADAL" clId="{A625F952-E533-5DEF-8D6D-03CE48A49684}" dt="2025-10-08T09:40:40.709" v="332" actId="478"/>
          <ac:spMkLst>
            <pc:docMk/>
            <pc:sldMk cId="2238760662" sldId="265"/>
            <ac:spMk id="5" creationId="{BA491393-A26B-C62E-666A-7C430F291B7B}"/>
          </ac:spMkLst>
        </pc:spChg>
        <pc:spChg chg="add mod">
          <ac:chgData name="Shemen Eroje" userId="04ca1c5d-753b-4b55-8176-c687fc30826b" providerId="ADAL" clId="{A625F952-E533-5DEF-8D6D-03CE48A49684}" dt="2025-10-08T09:40:41.578" v="333"/>
          <ac:spMkLst>
            <pc:docMk/>
            <pc:sldMk cId="2238760662" sldId="265"/>
            <ac:spMk id="6" creationId="{937C845E-C3B2-A840-6E99-1DD2E27491FB}"/>
          </ac:spMkLst>
        </pc:spChg>
      </pc:sldChg>
      <pc:sldChg chg="addSp delSp modSp mod delDesignElem">
        <pc:chgData name="Shemen Eroje" userId="04ca1c5d-753b-4b55-8176-c687fc30826b" providerId="ADAL" clId="{A625F952-E533-5DEF-8D6D-03CE48A49684}" dt="2025-10-08T09:40:51.132" v="334" actId="20577"/>
        <pc:sldMkLst>
          <pc:docMk/>
          <pc:sldMk cId="4015301901" sldId="266"/>
        </pc:sldMkLst>
        <pc:spChg chg="mod">
          <ac:chgData name="Shemen Eroje" userId="04ca1c5d-753b-4b55-8176-c687fc30826b" providerId="ADAL" clId="{A625F952-E533-5DEF-8D6D-03CE48A49684}" dt="2025-10-08T08:51:19.035" v="237" actId="20577"/>
          <ac:spMkLst>
            <pc:docMk/>
            <pc:sldMk cId="4015301901" sldId="266"/>
            <ac:spMk id="2" creationId="{7BB7EB46-A608-8F34-D5B5-AABE404D76DC}"/>
          </ac:spMkLst>
        </pc:spChg>
        <pc:spChg chg="add del mod">
          <ac:chgData name="Shemen Eroje" userId="04ca1c5d-753b-4b55-8176-c687fc30826b" providerId="ADAL" clId="{A625F952-E533-5DEF-8D6D-03CE48A49684}" dt="2025-10-08T09:32:28.547" v="273"/>
          <ac:spMkLst>
            <pc:docMk/>
            <pc:sldMk cId="4015301901" sldId="266"/>
            <ac:spMk id="3" creationId="{672B78C9-3EFA-CE59-D1DA-3B37E1C85904}"/>
          </ac:spMkLst>
        </pc:spChg>
        <pc:spChg chg="add mod">
          <ac:chgData name="Shemen Eroje" userId="04ca1c5d-753b-4b55-8176-c687fc30826b" providerId="ADAL" clId="{A625F952-E533-5DEF-8D6D-03CE48A49684}" dt="2025-10-08T09:40:51.132" v="334" actId="20577"/>
          <ac:spMkLst>
            <pc:docMk/>
            <pc:sldMk cId="4015301901" sldId="266"/>
            <ac:spMk id="4" creationId="{FFEDE4A9-D9C5-5F4A-D186-72C8844CBDEE}"/>
          </ac:spMkLst>
        </pc:spChg>
      </pc:sldChg>
      <pc:sldChg chg="addSp delSp modSp mod delDesignElem">
        <pc:chgData name="Shemen Eroje" userId="04ca1c5d-753b-4b55-8176-c687fc30826b" providerId="ADAL" clId="{A625F952-E533-5DEF-8D6D-03CE48A49684}" dt="2025-10-08T09:40:57.033" v="335" actId="20577"/>
        <pc:sldMkLst>
          <pc:docMk/>
          <pc:sldMk cId="2061353350" sldId="267"/>
        </pc:sldMkLst>
        <pc:spChg chg="mod">
          <ac:chgData name="Shemen Eroje" userId="04ca1c5d-753b-4b55-8176-c687fc30826b" providerId="ADAL" clId="{A625F952-E533-5DEF-8D6D-03CE48A49684}" dt="2025-10-08T08:55:01.953" v="241" actId="20577"/>
          <ac:spMkLst>
            <pc:docMk/>
            <pc:sldMk cId="2061353350" sldId="267"/>
            <ac:spMk id="3" creationId="{86481587-F714-2764-D64E-2B068E8A2866}"/>
          </ac:spMkLst>
        </pc:spChg>
        <pc:spChg chg="add del mod">
          <ac:chgData name="Shemen Eroje" userId="04ca1c5d-753b-4b55-8176-c687fc30826b" providerId="ADAL" clId="{A625F952-E533-5DEF-8D6D-03CE48A49684}" dt="2025-10-08T09:37:37.122" v="301" actId="478"/>
          <ac:spMkLst>
            <pc:docMk/>
            <pc:sldMk cId="2061353350" sldId="267"/>
            <ac:spMk id="5" creationId="{27EEBD4E-1045-0396-2682-FE609977B6B7}"/>
          </ac:spMkLst>
        </pc:spChg>
        <pc:spChg chg="add mod">
          <ac:chgData name="Shemen Eroje" userId="04ca1c5d-753b-4b55-8176-c687fc30826b" providerId="ADAL" clId="{A625F952-E533-5DEF-8D6D-03CE48A49684}" dt="2025-10-08T09:40:57.033" v="335" actId="20577"/>
          <ac:spMkLst>
            <pc:docMk/>
            <pc:sldMk cId="2061353350" sldId="267"/>
            <ac:spMk id="6" creationId="{5161A8A3-840B-4EB9-ED9D-5D67638F4F7A}"/>
          </ac:spMkLst>
        </pc:spChg>
      </pc:sldChg>
      <pc:sldChg chg="addSp delSp modSp mod delDesignElem">
        <pc:chgData name="Shemen Eroje" userId="04ca1c5d-753b-4b55-8176-c687fc30826b" providerId="ADAL" clId="{A625F952-E533-5DEF-8D6D-03CE48A49684}" dt="2025-10-08T09:39:12.878" v="305" actId="20577"/>
        <pc:sldMkLst>
          <pc:docMk/>
          <pc:sldMk cId="3015635898" sldId="268"/>
        </pc:sldMkLst>
        <pc:spChg chg="mod">
          <ac:chgData name="Shemen Eroje" userId="04ca1c5d-753b-4b55-8176-c687fc30826b" providerId="ADAL" clId="{A625F952-E533-5DEF-8D6D-03CE48A49684}" dt="2025-10-06T14:31:08.918" v="228"/>
          <ac:spMkLst>
            <pc:docMk/>
            <pc:sldMk cId="3015635898" sldId="268"/>
            <ac:spMk id="2" creationId="{AA8B9AB9-66EC-33DF-9325-DE6FE5EE138D}"/>
          </ac:spMkLst>
        </pc:spChg>
        <pc:spChg chg="mod">
          <ac:chgData name="Shemen Eroje" userId="04ca1c5d-753b-4b55-8176-c687fc30826b" providerId="ADAL" clId="{A625F952-E533-5DEF-8D6D-03CE48A49684}" dt="2025-10-08T08:56:02.889" v="244" actId="5793"/>
          <ac:spMkLst>
            <pc:docMk/>
            <pc:sldMk cId="3015635898" sldId="268"/>
            <ac:spMk id="3" creationId="{AAE0FBF8-A9AC-CE19-2797-06AF6FA921F9}"/>
          </ac:spMkLst>
        </pc:spChg>
        <pc:spChg chg="add del mod">
          <ac:chgData name="Shemen Eroje" userId="04ca1c5d-753b-4b55-8176-c687fc30826b" providerId="ADAL" clId="{A625F952-E533-5DEF-8D6D-03CE48A49684}" dt="2025-10-08T09:37:44.043" v="303" actId="478"/>
          <ac:spMkLst>
            <pc:docMk/>
            <pc:sldMk cId="3015635898" sldId="268"/>
            <ac:spMk id="8" creationId="{775E2C67-C4DD-4AE6-A059-53F24580D43D}"/>
          </ac:spMkLst>
        </pc:spChg>
        <pc:spChg chg="add mod">
          <ac:chgData name="Shemen Eroje" userId="04ca1c5d-753b-4b55-8176-c687fc30826b" providerId="ADAL" clId="{A625F952-E533-5DEF-8D6D-03CE48A49684}" dt="2025-10-08T09:39:12.878" v="305" actId="20577"/>
          <ac:spMkLst>
            <pc:docMk/>
            <pc:sldMk cId="3015635898" sldId="268"/>
            <ac:spMk id="10" creationId="{F064D723-2573-41E6-FA25-D1C09041F814}"/>
          </ac:spMkLst>
        </pc:spChg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813730159" sldId="269"/>
        </pc:sldMkLst>
      </pc:sldChg>
      <pc:sldChg chg="delSp modSp delDesignElem">
        <pc:chgData name="Shemen Eroje" userId="04ca1c5d-753b-4b55-8176-c687fc30826b" providerId="ADAL" clId="{A625F952-E533-5DEF-8D6D-03CE48A49684}" dt="2025-10-06T14:31:08.918" v="228"/>
        <pc:sldMkLst>
          <pc:docMk/>
          <pc:sldMk cId="3597802329" sldId="270"/>
        </pc:sldMkLst>
        <pc:spChg chg="mod">
          <ac:chgData name="Shemen Eroje" userId="04ca1c5d-753b-4b55-8176-c687fc30826b" providerId="ADAL" clId="{A625F952-E533-5DEF-8D6D-03CE48A49684}" dt="2025-10-06T14:31:08.918" v="228"/>
          <ac:spMkLst>
            <pc:docMk/>
            <pc:sldMk cId="3597802329" sldId="270"/>
            <ac:spMk id="2" creationId="{3940EB8D-38F5-6E57-A256-9F97655A2682}"/>
          </ac:spMkLst>
        </pc:spChg>
      </pc:sldChg>
      <pc:sldChg chg="delSp modSp delDesignElem">
        <pc:chgData name="Shemen Eroje" userId="04ca1c5d-753b-4b55-8176-c687fc30826b" providerId="ADAL" clId="{A625F952-E533-5DEF-8D6D-03CE48A49684}" dt="2025-10-06T14:31:08.918" v="228"/>
        <pc:sldMkLst>
          <pc:docMk/>
          <pc:sldMk cId="4186962268" sldId="271"/>
        </pc:sldMkLst>
        <pc:spChg chg="mod">
          <ac:chgData name="Shemen Eroje" userId="04ca1c5d-753b-4b55-8176-c687fc30826b" providerId="ADAL" clId="{A625F952-E533-5DEF-8D6D-03CE48A49684}" dt="2025-10-06T14:31:08.918" v="228"/>
          <ac:spMkLst>
            <pc:docMk/>
            <pc:sldMk cId="4186962268" sldId="271"/>
            <ac:spMk id="2" creationId="{2D60D03E-C1FD-2803-B7AE-DC50B5AE0075}"/>
          </ac:spMkLst>
        </pc:spChg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2806610232" sldId="272"/>
        </pc:sldMkLst>
      </pc:sldChg>
      <pc:sldChg chg="delSp modSp delDesignElem">
        <pc:chgData name="Shemen Eroje" userId="04ca1c5d-753b-4b55-8176-c687fc30826b" providerId="ADAL" clId="{A625F952-E533-5DEF-8D6D-03CE48A49684}" dt="2025-10-06T14:31:08.918" v="228"/>
        <pc:sldMkLst>
          <pc:docMk/>
          <pc:sldMk cId="4153524360" sldId="273"/>
        </pc:sldMkLst>
        <pc:spChg chg="mod">
          <ac:chgData name="Shemen Eroje" userId="04ca1c5d-753b-4b55-8176-c687fc30826b" providerId="ADAL" clId="{A625F952-E533-5DEF-8D6D-03CE48A49684}" dt="2025-10-06T14:31:08.918" v="228"/>
          <ac:spMkLst>
            <pc:docMk/>
            <pc:sldMk cId="4153524360" sldId="273"/>
            <ac:spMk id="2" creationId="{276CCA01-D2BA-6677-1FE5-5D7EF578494B}"/>
          </ac:spMkLst>
        </pc:spChg>
      </pc:sldChg>
      <pc:sldChg chg="modSp">
        <pc:chgData name="Shemen Eroje" userId="04ca1c5d-753b-4b55-8176-c687fc30826b" providerId="ADAL" clId="{A625F952-E533-5DEF-8D6D-03CE48A49684}" dt="2025-10-06T14:31:08.918" v="228"/>
        <pc:sldMkLst>
          <pc:docMk/>
          <pc:sldMk cId="829282444" sldId="274"/>
        </pc:sldMkLst>
        <pc:spChg chg="mod">
          <ac:chgData name="Shemen Eroje" userId="04ca1c5d-753b-4b55-8176-c687fc30826b" providerId="ADAL" clId="{A625F952-E533-5DEF-8D6D-03CE48A49684}" dt="2025-10-06T14:31:08.918" v="228"/>
          <ac:spMkLst>
            <pc:docMk/>
            <pc:sldMk cId="829282444" sldId="274"/>
            <ac:spMk id="2" creationId="{4F7B0F42-DD2D-3C13-1D2D-4AD4AEC5E817}"/>
          </ac:spMkLst>
        </pc:spChg>
      </pc:sldChg>
      <pc:sldChg chg="modSp">
        <pc:chgData name="Shemen Eroje" userId="04ca1c5d-753b-4b55-8176-c687fc30826b" providerId="ADAL" clId="{A625F952-E533-5DEF-8D6D-03CE48A49684}" dt="2025-10-06T14:31:08.918" v="228"/>
        <pc:sldMkLst>
          <pc:docMk/>
          <pc:sldMk cId="1231236954" sldId="275"/>
        </pc:sldMkLst>
      </pc:sldChg>
      <pc:sldChg chg="modSp">
        <pc:chgData name="Shemen Eroje" userId="04ca1c5d-753b-4b55-8176-c687fc30826b" providerId="ADAL" clId="{A625F952-E533-5DEF-8D6D-03CE48A49684}" dt="2025-10-06T14:31:08.918" v="228"/>
        <pc:sldMkLst>
          <pc:docMk/>
          <pc:sldMk cId="2364400779" sldId="276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417961332" sldId="279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361463033" sldId="280"/>
        </pc:sldMkLst>
      </pc:sldChg>
      <pc:sldChg chg="delSp delDesignElem">
        <pc:chgData name="Shemen Eroje" userId="04ca1c5d-753b-4b55-8176-c687fc30826b" providerId="ADAL" clId="{A625F952-E533-5DEF-8D6D-03CE48A49684}" dt="2025-10-06T14:30:27.488" v="217"/>
        <pc:sldMkLst>
          <pc:docMk/>
          <pc:sldMk cId="335086155" sldId="281"/>
        </pc:sldMkLst>
      </pc:sldChg>
      <pc:sldChg chg="new del ord">
        <pc:chgData name="Shemen Eroje" userId="04ca1c5d-753b-4b55-8176-c687fc30826b" providerId="ADAL" clId="{A625F952-E533-5DEF-8D6D-03CE48A49684}" dt="2025-10-06T14:30:04.254" v="11" actId="680"/>
        <pc:sldMkLst>
          <pc:docMk/>
          <pc:sldMk cId="2296884184" sldId="282"/>
        </pc:sldMkLst>
      </pc:sldChg>
      <pc:sldChg chg="new del">
        <pc:chgData name="Shemen Eroje" userId="04ca1c5d-753b-4b55-8176-c687fc30826b" providerId="ADAL" clId="{A625F952-E533-5DEF-8D6D-03CE48A49684}" dt="2025-10-06T14:30:01.330" v="9" actId="680"/>
        <pc:sldMkLst>
          <pc:docMk/>
          <pc:sldMk cId="155286031" sldId="283"/>
        </pc:sldMkLst>
      </pc:sldChg>
    </pc:docChg>
  </pc:docChgLst>
  <pc:docChgLst>
    <pc:chgData name="Shauna Kirwan Kelly" userId="S::x23442262@student.ncirl.ie::ece712e5-b882-4b5c-85d9-5bfb3510f27d" providerId="AD" clId="Web-{A7AFBFBD-AA34-5FC8-0DE0-1BCDF36E2BD5}"/>
    <pc:docChg chg="addSld delSld modSld">
      <pc:chgData name="Shauna Kirwan Kelly" userId="S::x23442262@student.ncirl.ie::ece712e5-b882-4b5c-85d9-5bfb3510f27d" providerId="AD" clId="Web-{A7AFBFBD-AA34-5FC8-0DE0-1BCDF36E2BD5}" dt="2025-10-08T09:45:20.510" v="196" actId="1076"/>
      <pc:docMkLst>
        <pc:docMk/>
      </pc:docMkLst>
      <pc:sldChg chg="addSp modSp">
        <pc:chgData name="Shauna Kirwan Kelly" userId="S::x23442262@student.ncirl.ie::ece712e5-b882-4b5c-85d9-5bfb3510f27d" providerId="AD" clId="Web-{A7AFBFBD-AA34-5FC8-0DE0-1BCDF36E2BD5}" dt="2025-10-08T09:32:11.763" v="180" actId="1076"/>
        <pc:sldMkLst>
          <pc:docMk/>
          <pc:sldMk cId="443872703" sldId="257"/>
        </pc:sldMkLst>
        <pc:spChg chg="add mod">
          <ac:chgData name="Shauna Kirwan Kelly" userId="S::x23442262@student.ncirl.ie::ece712e5-b882-4b5c-85d9-5bfb3510f27d" providerId="AD" clId="Web-{A7AFBFBD-AA34-5FC8-0DE0-1BCDF36E2BD5}" dt="2025-10-08T09:32:11.763" v="180" actId="1076"/>
          <ac:spMkLst>
            <pc:docMk/>
            <pc:sldMk cId="443872703" sldId="257"/>
            <ac:spMk id="14" creationId="{A7B09FF8-AB8D-1EC5-92E4-A3CFCEBC6ABB}"/>
          </ac:spMkLst>
        </pc:spChg>
      </pc:sldChg>
      <pc:sldChg chg="addSp modSp">
        <pc:chgData name="Shauna Kirwan Kelly" userId="S::x23442262@student.ncirl.ie::ece712e5-b882-4b5c-85d9-5bfb3510f27d" providerId="AD" clId="Web-{A7AFBFBD-AA34-5FC8-0DE0-1BCDF36E2BD5}" dt="2025-10-08T09:31:16.731" v="172" actId="1076"/>
        <pc:sldMkLst>
          <pc:docMk/>
          <pc:sldMk cId="975254135" sldId="258"/>
        </pc:sldMkLst>
        <pc:spChg chg="add mod">
          <ac:chgData name="Shauna Kirwan Kelly" userId="S::x23442262@student.ncirl.ie::ece712e5-b882-4b5c-85d9-5bfb3510f27d" providerId="AD" clId="Web-{A7AFBFBD-AA34-5FC8-0DE0-1BCDF36E2BD5}" dt="2025-10-08T09:31:16.731" v="172" actId="1076"/>
          <ac:spMkLst>
            <pc:docMk/>
            <pc:sldMk cId="975254135" sldId="258"/>
            <ac:spMk id="14" creationId="{5C727FE7-9B5D-EDFB-BF8E-B916AF779A61}"/>
          </ac:spMkLst>
        </pc:spChg>
        <pc:graphicFrameChg chg="mod">
          <ac:chgData name="Shauna Kirwan Kelly" userId="S::x23442262@student.ncirl.ie::ece712e5-b882-4b5c-85d9-5bfb3510f27d" providerId="AD" clId="Web-{A7AFBFBD-AA34-5FC8-0DE0-1BCDF36E2BD5}" dt="2025-10-08T09:31:06.996" v="169" actId="1076"/>
          <ac:graphicFrameMkLst>
            <pc:docMk/>
            <pc:sldMk cId="975254135" sldId="258"/>
            <ac:graphicFrameMk id="9" creationId="{53FF56E1-32EA-4551-E365-D6785C799827}"/>
          </ac:graphicFrameMkLst>
        </pc:graphicFrameChg>
      </pc:sldChg>
      <pc:sldChg chg="addSp modSp">
        <pc:chgData name="Shauna Kirwan Kelly" userId="S::x23442262@student.ncirl.ie::ece712e5-b882-4b5c-85d9-5bfb3510f27d" providerId="AD" clId="Web-{A7AFBFBD-AA34-5FC8-0DE0-1BCDF36E2BD5}" dt="2025-10-08T09:32:58.624" v="188" actId="1076"/>
        <pc:sldMkLst>
          <pc:docMk/>
          <pc:sldMk cId="3682580992" sldId="259"/>
        </pc:sldMkLst>
        <pc:spChg chg="add mod">
          <ac:chgData name="Shauna Kirwan Kelly" userId="S::x23442262@student.ncirl.ie::ece712e5-b882-4b5c-85d9-5bfb3510f27d" providerId="AD" clId="Web-{A7AFBFBD-AA34-5FC8-0DE0-1BCDF36E2BD5}" dt="2025-10-08T09:32:58.624" v="188" actId="1076"/>
          <ac:spMkLst>
            <pc:docMk/>
            <pc:sldMk cId="3682580992" sldId="259"/>
            <ac:spMk id="14" creationId="{5E2AE38E-B6B2-D340-87F5-75F813DE95CD}"/>
          </ac:spMkLst>
        </pc:spChg>
      </pc:sldChg>
      <pc:sldChg chg="modSp">
        <pc:chgData name="Shauna Kirwan Kelly" userId="S::x23442262@student.ncirl.ie::ece712e5-b882-4b5c-85d9-5bfb3510f27d" providerId="AD" clId="Web-{A7AFBFBD-AA34-5FC8-0DE0-1BCDF36E2BD5}" dt="2025-10-08T09:01:00.945" v="140" actId="14100"/>
        <pc:sldMkLst>
          <pc:docMk/>
          <pc:sldMk cId="3925760032" sldId="261"/>
        </pc:sldMkLst>
        <pc:graphicFrameChg chg="mod">
          <ac:chgData name="Shauna Kirwan Kelly" userId="S::x23442262@student.ncirl.ie::ece712e5-b882-4b5c-85d9-5bfb3510f27d" providerId="AD" clId="Web-{A7AFBFBD-AA34-5FC8-0DE0-1BCDF36E2BD5}" dt="2025-10-08T09:01:00.945" v="140" actId="14100"/>
          <ac:graphicFrameMkLst>
            <pc:docMk/>
            <pc:sldMk cId="3925760032" sldId="261"/>
            <ac:graphicFrameMk id="25" creationId="{A7BE7866-52B3-698C-F3DA-2CB91155A9EC}"/>
          </ac:graphicFrameMkLst>
        </pc:graphicFrameChg>
      </pc:sldChg>
      <pc:sldChg chg="addSp modSp">
        <pc:chgData name="Shauna Kirwan Kelly" userId="S::x23442262@student.ncirl.ie::ece712e5-b882-4b5c-85d9-5bfb3510f27d" providerId="AD" clId="Web-{A7AFBFBD-AA34-5FC8-0DE0-1BCDF36E2BD5}" dt="2025-10-08T09:33:37.875" v="194" actId="1076"/>
        <pc:sldMkLst>
          <pc:docMk/>
          <pc:sldMk cId="417961332" sldId="279"/>
        </pc:sldMkLst>
        <pc:spChg chg="add mod">
          <ac:chgData name="Shauna Kirwan Kelly" userId="S::x23442262@student.ncirl.ie::ece712e5-b882-4b5c-85d9-5bfb3510f27d" providerId="AD" clId="Web-{A7AFBFBD-AA34-5FC8-0DE0-1BCDF36E2BD5}" dt="2025-10-08T09:33:37.875" v="194" actId="1076"/>
          <ac:spMkLst>
            <pc:docMk/>
            <pc:sldMk cId="417961332" sldId="279"/>
            <ac:spMk id="11" creationId="{961F0B4D-DBBF-4169-B21F-872C1B250E28}"/>
          </ac:spMkLst>
        </pc:spChg>
      </pc:sldChg>
      <pc:sldChg chg="modSp">
        <pc:chgData name="Shauna Kirwan Kelly" userId="S::x23442262@student.ncirl.ie::ece712e5-b882-4b5c-85d9-5bfb3510f27d" providerId="AD" clId="Web-{A7AFBFBD-AA34-5FC8-0DE0-1BCDF36E2BD5}" dt="2025-10-08T09:00:42.445" v="139" actId="20577"/>
        <pc:sldMkLst>
          <pc:docMk/>
          <pc:sldMk cId="335086155" sldId="281"/>
        </pc:sldMkLst>
        <pc:graphicFrameChg chg="modGraphic">
          <ac:chgData name="Shauna Kirwan Kelly" userId="S::x23442262@student.ncirl.ie::ece712e5-b882-4b5c-85d9-5bfb3510f27d" providerId="AD" clId="Web-{A7AFBFBD-AA34-5FC8-0DE0-1BCDF36E2BD5}" dt="2025-10-08T09:00:42.445" v="139" actId="20577"/>
          <ac:graphicFrameMkLst>
            <pc:docMk/>
            <pc:sldMk cId="335086155" sldId="281"/>
            <ac:graphicFrameMk id="9" creationId="{F0C55CAA-6019-A93F-F11C-8F4A55C82576}"/>
          </ac:graphicFrameMkLst>
        </pc:graphicFrameChg>
      </pc:sldChg>
      <pc:sldChg chg="modSp">
        <pc:chgData name="Shauna Kirwan Kelly" userId="S::x23442262@student.ncirl.ie::ece712e5-b882-4b5c-85d9-5bfb3510f27d" providerId="AD" clId="Web-{A7AFBFBD-AA34-5FC8-0DE0-1BCDF36E2BD5}" dt="2025-10-08T09:45:20.510" v="196" actId="1076"/>
        <pc:sldMkLst>
          <pc:docMk/>
          <pc:sldMk cId="3689990048" sldId="282"/>
        </pc:sldMkLst>
        <pc:spChg chg="mod">
          <ac:chgData name="Shauna Kirwan Kelly" userId="S::x23442262@student.ncirl.ie::ece712e5-b882-4b5c-85d9-5bfb3510f27d" providerId="AD" clId="Web-{A7AFBFBD-AA34-5FC8-0DE0-1BCDF36E2BD5}" dt="2025-10-08T09:45:20.510" v="196" actId="1076"/>
          <ac:spMkLst>
            <pc:docMk/>
            <pc:sldMk cId="3689990048" sldId="282"/>
            <ac:spMk id="2" creationId="{76BD5585-4D38-5BE5-D2A6-FB05F27D9C46}"/>
          </ac:spMkLst>
        </pc:spChg>
      </pc:sldChg>
      <pc:sldChg chg="addSp modSp new del mod setBg">
        <pc:chgData name="Shauna Kirwan Kelly" userId="S::x23442262@student.ncirl.ie::ece712e5-b882-4b5c-85d9-5bfb3510f27d" providerId="AD" clId="Web-{A7AFBFBD-AA34-5FC8-0DE0-1BCDF36E2BD5}" dt="2025-10-08T09:33:42.359" v="195"/>
        <pc:sldMkLst>
          <pc:docMk/>
          <pc:sldMk cId="2357708536" sldId="284"/>
        </pc:sldMkLst>
        <pc:spChg chg="mod">
          <ac:chgData name="Shauna Kirwan Kelly" userId="S::x23442262@student.ncirl.ie::ece712e5-b882-4b5c-85d9-5bfb3510f27d" providerId="AD" clId="Web-{A7AFBFBD-AA34-5FC8-0DE0-1BCDF36E2BD5}" dt="2025-10-08T09:24:25.379" v="146"/>
          <ac:spMkLst>
            <pc:docMk/>
            <pc:sldMk cId="2357708536" sldId="284"/>
            <ac:spMk id="2" creationId="{5265B2AC-695B-C010-78F0-62961CEA2789}"/>
          </ac:spMkLst>
        </pc:spChg>
        <pc:spChg chg="mod">
          <ac:chgData name="Shauna Kirwan Kelly" userId="S::x23442262@student.ncirl.ie::ece712e5-b882-4b5c-85d9-5bfb3510f27d" providerId="AD" clId="Web-{A7AFBFBD-AA34-5FC8-0DE0-1BCDF36E2BD5}" dt="2025-10-08T09:33:07.999" v="189" actId="20577"/>
          <ac:spMkLst>
            <pc:docMk/>
            <pc:sldMk cId="2357708536" sldId="284"/>
            <ac:spMk id="3" creationId="{AB5B0EED-A3B9-F68D-1FC3-A1086B733028}"/>
          </ac:spMkLst>
        </pc:spChg>
        <pc:spChg chg="add">
          <ac:chgData name="Shauna Kirwan Kelly" userId="S::x23442262@student.ncirl.ie::ece712e5-b882-4b5c-85d9-5bfb3510f27d" providerId="AD" clId="Web-{A7AFBFBD-AA34-5FC8-0DE0-1BCDF36E2BD5}" dt="2025-10-08T09:24:25.379" v="146"/>
          <ac:spMkLst>
            <pc:docMk/>
            <pc:sldMk cId="2357708536" sldId="284"/>
            <ac:spMk id="8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A7AFBFBD-AA34-5FC8-0DE0-1BCDF36E2BD5}" dt="2025-10-08T09:24:25.379" v="146"/>
          <ac:spMkLst>
            <pc:docMk/>
            <pc:sldMk cId="2357708536" sldId="284"/>
            <ac:spMk id="10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A7AFBFBD-AA34-5FC8-0DE0-1BCDF36E2BD5}" dt="2025-10-08T09:24:25.379" v="146"/>
          <ac:spMkLst>
            <pc:docMk/>
            <pc:sldMk cId="2357708536" sldId="284"/>
            <ac:spMk id="12" creationId="{37A9EF9F-F5F8-3B4C-B721-17C0A18761C3}"/>
          </ac:spMkLst>
        </pc:spChg>
        <pc:spChg chg="add">
          <ac:chgData name="Shauna Kirwan Kelly" userId="S::x23442262@student.ncirl.ie::ece712e5-b882-4b5c-85d9-5bfb3510f27d" providerId="AD" clId="Web-{A7AFBFBD-AA34-5FC8-0DE0-1BCDF36E2BD5}" dt="2025-10-08T09:24:25.379" v="146"/>
          <ac:spMkLst>
            <pc:docMk/>
            <pc:sldMk cId="2357708536" sldId="284"/>
            <ac:spMk id="14" creationId="{6DEB3960-7668-064C-B56F-2B18221DED16}"/>
          </ac:spMkLst>
        </pc:spChg>
      </pc:sldChg>
    </pc:docChg>
  </pc:docChgLst>
  <pc:docChgLst>
    <pc:chgData name="Linru Wang" userId="S::x23177152@student.ncirl.ie::32b7eb60-a4d7-4dd8-ad66-4b12dbbab374" providerId="AD" clId="Web-{82B0F6BE-135F-1CBC-73D1-1217C0734699}"/>
    <pc:docChg chg="modSld">
      <pc:chgData name="Linru Wang" userId="S::x23177152@student.ncirl.ie::32b7eb60-a4d7-4dd8-ad66-4b12dbbab374" providerId="AD" clId="Web-{82B0F6BE-135F-1CBC-73D1-1217C0734699}" dt="2025-10-08T09:57:53.021" v="45" actId="20577"/>
      <pc:docMkLst>
        <pc:docMk/>
      </pc:docMkLst>
      <pc:sldChg chg="addSp modSp">
        <pc:chgData name="Linru Wang" userId="S::x23177152@student.ncirl.ie::32b7eb60-a4d7-4dd8-ad66-4b12dbbab374" providerId="AD" clId="Web-{82B0F6BE-135F-1CBC-73D1-1217C0734699}" dt="2025-10-08T09:54:01.393" v="39" actId="1076"/>
        <pc:sldMkLst>
          <pc:docMk/>
          <pc:sldMk cId="2806610232" sldId="272"/>
        </pc:sldMkLst>
        <pc:spChg chg="add mod">
          <ac:chgData name="Linru Wang" userId="S::x23177152@student.ncirl.ie::32b7eb60-a4d7-4dd8-ad66-4b12dbbab374" providerId="AD" clId="Web-{82B0F6BE-135F-1CBC-73D1-1217C0734699}" dt="2025-10-08T09:46:11.018" v="32" actId="20577"/>
          <ac:spMkLst>
            <pc:docMk/>
            <pc:sldMk cId="2806610232" sldId="272"/>
            <ac:spMk id="3" creationId="{64C98740-597A-0206-135D-36E29FECD2B8}"/>
          </ac:spMkLst>
        </pc:spChg>
        <pc:spChg chg="mod">
          <ac:chgData name="Linru Wang" userId="S::x23177152@student.ncirl.ie::32b7eb60-a4d7-4dd8-ad66-4b12dbbab374" providerId="AD" clId="Web-{82B0F6BE-135F-1CBC-73D1-1217C0734699}" dt="2025-10-08T09:54:01.393" v="39" actId="1076"/>
          <ac:spMkLst>
            <pc:docMk/>
            <pc:sldMk cId="2806610232" sldId="272"/>
            <ac:spMk id="5" creationId="{CCA871CF-775D-B803-96CA-235B959B8958}"/>
          </ac:spMkLst>
        </pc:spChg>
      </pc:sldChg>
      <pc:sldChg chg="addSp modSp">
        <pc:chgData name="Linru Wang" userId="S::x23177152@student.ncirl.ie::32b7eb60-a4d7-4dd8-ad66-4b12dbbab374" providerId="AD" clId="Web-{82B0F6BE-135F-1CBC-73D1-1217C0734699}" dt="2025-10-08T09:47:55.396" v="33" actId="1076"/>
        <pc:sldMkLst>
          <pc:docMk/>
          <pc:sldMk cId="4153524360" sldId="273"/>
        </pc:sldMkLst>
        <pc:spChg chg="add mod">
          <ac:chgData name="Linru Wang" userId="S::x23177152@student.ncirl.ie::32b7eb60-a4d7-4dd8-ad66-4b12dbbab374" providerId="AD" clId="Web-{82B0F6BE-135F-1CBC-73D1-1217C0734699}" dt="2025-10-08T09:47:55.396" v="33" actId="1076"/>
          <ac:spMkLst>
            <pc:docMk/>
            <pc:sldMk cId="4153524360" sldId="273"/>
            <ac:spMk id="3" creationId="{BDE21C85-DF08-633A-82C0-2E202A243580}"/>
          </ac:spMkLst>
        </pc:spChg>
      </pc:sldChg>
      <pc:sldChg chg="modSp">
        <pc:chgData name="Linru Wang" userId="S::x23177152@student.ncirl.ie::32b7eb60-a4d7-4dd8-ad66-4b12dbbab374" providerId="AD" clId="Web-{82B0F6BE-135F-1CBC-73D1-1217C0734699}" dt="2025-10-08T09:57:53.021" v="45" actId="20577"/>
        <pc:sldMkLst>
          <pc:docMk/>
          <pc:sldMk cId="829282444" sldId="274"/>
        </pc:sldMkLst>
        <pc:graphicFrameChg chg="modGraphic">
          <ac:chgData name="Linru Wang" userId="S::x23177152@student.ncirl.ie::32b7eb60-a4d7-4dd8-ad66-4b12dbbab374" providerId="AD" clId="Web-{82B0F6BE-135F-1CBC-73D1-1217C0734699}" dt="2025-10-08T09:57:53.021" v="45" actId="20577"/>
          <ac:graphicFrameMkLst>
            <pc:docMk/>
            <pc:sldMk cId="829282444" sldId="274"/>
            <ac:graphicFrameMk id="5" creationId="{725748FE-DC93-243C-86F3-C6C6D2D5D83E}"/>
          </ac:graphicFrameMkLst>
        </pc:graphicFrameChg>
      </pc:sldChg>
    </pc:docChg>
  </pc:docChgLst>
  <pc:docChgLst>
    <pc:chgData name="Shauna Kirwan Kelly" userId="S::x23442262@student.ncirl.ie::ece712e5-b882-4b5c-85d9-5bfb3510f27d" providerId="AD" clId="Web-{CDDE8ABE-F3EB-6525-BFF1-11ADF7EDCB59}"/>
    <pc:docChg chg="addSld delSld modSld">
      <pc:chgData name="Shauna Kirwan Kelly" userId="S::x23442262@student.ncirl.ie::ece712e5-b882-4b5c-85d9-5bfb3510f27d" providerId="AD" clId="Web-{CDDE8ABE-F3EB-6525-BFF1-11ADF7EDCB59}" dt="2025-10-06T14:44:33.052" v="174" actId="1076"/>
      <pc:docMkLst>
        <pc:docMk/>
      </pc:docMkLst>
      <pc:sldChg chg="del">
        <pc:chgData name="Shauna Kirwan Kelly" userId="S::x23442262@student.ncirl.ie::ece712e5-b882-4b5c-85d9-5bfb3510f27d" providerId="AD" clId="Web-{CDDE8ABE-F3EB-6525-BFF1-11ADF7EDCB59}" dt="2025-10-06T14:36:49.304" v="23"/>
        <pc:sldMkLst>
          <pc:docMk/>
          <pc:sldMk cId="2262731550" sldId="256"/>
        </pc:sldMkLst>
      </pc:sldChg>
      <pc:sldChg chg="addSp modSp">
        <pc:chgData name="Shauna Kirwan Kelly" userId="S::x23442262@student.ncirl.ie::ece712e5-b882-4b5c-85d9-5bfb3510f27d" providerId="AD" clId="Web-{CDDE8ABE-F3EB-6525-BFF1-11ADF7EDCB59}" dt="2025-10-06T14:38:42.056" v="44" actId="1076"/>
        <pc:sldMkLst>
          <pc:docMk/>
          <pc:sldMk cId="443872703" sldId="257"/>
        </pc:sldMkLst>
        <pc:spChg chg="add mod">
          <ac:chgData name="Shauna Kirwan Kelly" userId="S::x23442262@student.ncirl.ie::ece712e5-b882-4b5c-85d9-5bfb3510f27d" providerId="AD" clId="Web-{CDDE8ABE-F3EB-6525-BFF1-11ADF7EDCB59}" dt="2025-10-06T14:38:42.056" v="44" actId="1076"/>
          <ac:spMkLst>
            <pc:docMk/>
            <pc:sldMk cId="443872703" sldId="257"/>
            <ac:spMk id="24" creationId="{1C96DF69-A2BC-09E0-6C6C-0A78E324EF9E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38:25.884" v="38" actId="1076"/>
        <pc:sldMkLst>
          <pc:docMk/>
          <pc:sldMk cId="975254135" sldId="258"/>
        </pc:sldMkLst>
        <pc:spChg chg="add mod">
          <ac:chgData name="Shauna Kirwan Kelly" userId="S::x23442262@student.ncirl.ie::ece712e5-b882-4b5c-85d9-5bfb3510f27d" providerId="AD" clId="Web-{CDDE8ABE-F3EB-6525-BFF1-11ADF7EDCB59}" dt="2025-10-06T14:38:25.884" v="38" actId="1076"/>
          <ac:spMkLst>
            <pc:docMk/>
            <pc:sldMk cId="975254135" sldId="258"/>
            <ac:spMk id="24" creationId="{4C5B1581-EA5F-722B-CA50-2743EE988256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38:52.525" v="48" actId="1076"/>
        <pc:sldMkLst>
          <pc:docMk/>
          <pc:sldMk cId="3682580992" sldId="259"/>
        </pc:sldMkLst>
        <pc:spChg chg="add mod">
          <ac:chgData name="Shauna Kirwan Kelly" userId="S::x23442262@student.ncirl.ie::ece712e5-b882-4b5c-85d9-5bfb3510f27d" providerId="AD" clId="Web-{CDDE8ABE-F3EB-6525-BFF1-11ADF7EDCB59}" dt="2025-10-06T14:38:52.525" v="48" actId="1076"/>
          <ac:spMkLst>
            <pc:docMk/>
            <pc:sldMk cId="3682580992" sldId="259"/>
            <ac:spMk id="24" creationId="{99C706F9-E31A-9521-85AC-19E3C12C9EA3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39:55.341" v="78" actId="1076"/>
        <pc:sldMkLst>
          <pc:docMk/>
          <pc:sldMk cId="3925760032" sldId="261"/>
        </pc:sldMkLst>
        <pc:spChg chg="add mod">
          <ac:chgData name="Shauna Kirwan Kelly" userId="S::x23442262@student.ncirl.ie::ece712e5-b882-4b5c-85d9-5bfb3510f27d" providerId="AD" clId="Web-{CDDE8ABE-F3EB-6525-BFF1-11ADF7EDCB59}" dt="2025-10-06T14:39:55.341" v="78" actId="1076"/>
          <ac:spMkLst>
            <pc:docMk/>
            <pc:sldMk cId="3925760032" sldId="261"/>
            <ac:spMk id="68" creationId="{C27DE71C-1CDE-7CC9-255C-2EFC3C8CDA9A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0:03.263" v="81" actId="1076"/>
        <pc:sldMkLst>
          <pc:docMk/>
          <pc:sldMk cId="3708847860" sldId="262"/>
        </pc:sldMkLst>
        <pc:spChg chg="add mod">
          <ac:chgData name="Shauna Kirwan Kelly" userId="S::x23442262@student.ncirl.ie::ece712e5-b882-4b5c-85d9-5bfb3510f27d" providerId="AD" clId="Web-{CDDE8ABE-F3EB-6525-BFF1-11ADF7EDCB59}" dt="2025-10-06T14:40:03.263" v="81" actId="1076"/>
          <ac:spMkLst>
            <pc:docMk/>
            <pc:sldMk cId="3708847860" sldId="262"/>
            <ac:spMk id="36" creationId="{B5445945-C03D-AC31-B8FC-E4316EDCDC2E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0:46.280" v="92" actId="1076"/>
        <pc:sldMkLst>
          <pc:docMk/>
          <pc:sldMk cId="1927820597" sldId="263"/>
        </pc:sldMkLst>
        <pc:spChg chg="add mod">
          <ac:chgData name="Shauna Kirwan Kelly" userId="S::x23442262@student.ncirl.ie::ece712e5-b882-4b5c-85d9-5bfb3510f27d" providerId="AD" clId="Web-{CDDE8ABE-F3EB-6525-BFF1-11ADF7EDCB59}" dt="2025-10-06T14:40:46.280" v="92" actId="1076"/>
          <ac:spMkLst>
            <pc:docMk/>
            <pc:sldMk cId="1927820597" sldId="263"/>
            <ac:spMk id="38" creationId="{02B73E4E-87CB-EEA5-493A-306C1E70982A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0:52.937" v="95" actId="1076"/>
        <pc:sldMkLst>
          <pc:docMk/>
          <pc:sldMk cId="1516521564" sldId="264"/>
        </pc:sldMkLst>
        <pc:spChg chg="add mod">
          <ac:chgData name="Shauna Kirwan Kelly" userId="S::x23442262@student.ncirl.ie::ece712e5-b882-4b5c-85d9-5bfb3510f27d" providerId="AD" clId="Web-{CDDE8ABE-F3EB-6525-BFF1-11ADF7EDCB59}" dt="2025-10-06T14:40:52.937" v="95" actId="1076"/>
          <ac:spMkLst>
            <pc:docMk/>
            <pc:sldMk cId="1516521564" sldId="264"/>
            <ac:spMk id="22" creationId="{96ECBEB0-46AC-EE28-A5FE-CEE3E6C20BA1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1:00.312" v="98" actId="1076"/>
        <pc:sldMkLst>
          <pc:docMk/>
          <pc:sldMk cId="2238760662" sldId="265"/>
        </pc:sldMkLst>
        <pc:spChg chg="add mod">
          <ac:chgData name="Shauna Kirwan Kelly" userId="S::x23442262@student.ncirl.ie::ece712e5-b882-4b5c-85d9-5bfb3510f27d" providerId="AD" clId="Web-{CDDE8ABE-F3EB-6525-BFF1-11ADF7EDCB59}" dt="2025-10-06T14:41:00.312" v="98" actId="1076"/>
          <ac:spMkLst>
            <pc:docMk/>
            <pc:sldMk cId="2238760662" sldId="265"/>
            <ac:spMk id="4" creationId="{EF8E1D36-7493-5F69-45A7-E27E3F391DBC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1:15.609" v="101" actId="1076"/>
        <pc:sldMkLst>
          <pc:docMk/>
          <pc:sldMk cId="4015301901" sldId="266"/>
        </pc:sldMkLst>
        <pc:spChg chg="add mod">
          <ac:chgData name="Shauna Kirwan Kelly" userId="S::x23442262@student.ncirl.ie::ece712e5-b882-4b5c-85d9-5bfb3510f27d" providerId="AD" clId="Web-{CDDE8ABE-F3EB-6525-BFF1-11ADF7EDCB59}" dt="2025-10-06T14:41:15.609" v="101" actId="1076"/>
          <ac:spMkLst>
            <pc:docMk/>
            <pc:sldMk cId="4015301901" sldId="266"/>
            <ac:spMk id="22" creationId="{7795E81A-B438-838C-0618-195792542AEC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1:42.751" v="111" actId="20577"/>
        <pc:sldMkLst>
          <pc:docMk/>
          <pc:sldMk cId="2061353350" sldId="267"/>
        </pc:sldMkLst>
        <pc:spChg chg="mod">
          <ac:chgData name="Shauna Kirwan Kelly" userId="S::x23442262@student.ncirl.ie::ece712e5-b882-4b5c-85d9-5bfb3510f27d" providerId="AD" clId="Web-{CDDE8ABE-F3EB-6525-BFF1-11ADF7EDCB59}" dt="2025-10-06T14:41:42.751" v="111" actId="20577"/>
          <ac:spMkLst>
            <pc:docMk/>
            <pc:sldMk cId="2061353350" sldId="267"/>
            <ac:spMk id="3" creationId="{86481587-F714-2764-D64E-2B068E8A2866}"/>
          </ac:spMkLst>
        </pc:spChg>
        <pc:spChg chg="add mod">
          <ac:chgData name="Shauna Kirwan Kelly" userId="S::x23442262@student.ncirl.ie::ece712e5-b882-4b5c-85d9-5bfb3510f27d" providerId="AD" clId="Web-{CDDE8ABE-F3EB-6525-BFF1-11ADF7EDCB59}" dt="2025-10-06T14:41:26.297" v="104" actId="1076"/>
          <ac:spMkLst>
            <pc:docMk/>
            <pc:sldMk cId="2061353350" sldId="267"/>
            <ac:spMk id="4" creationId="{FECBCFED-2E30-0735-9D9F-EECC544F163F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1:51.204" v="116" actId="1076"/>
        <pc:sldMkLst>
          <pc:docMk/>
          <pc:sldMk cId="3015635898" sldId="268"/>
        </pc:sldMkLst>
        <pc:spChg chg="mod">
          <ac:chgData name="Shauna Kirwan Kelly" userId="S::x23442262@student.ncirl.ie::ece712e5-b882-4b5c-85d9-5bfb3510f27d" providerId="AD" clId="Web-{CDDE8ABE-F3EB-6525-BFF1-11ADF7EDCB59}" dt="2025-10-06T14:41:47.267" v="113" actId="20577"/>
          <ac:spMkLst>
            <pc:docMk/>
            <pc:sldMk cId="3015635898" sldId="268"/>
            <ac:spMk id="3" creationId="{AAE0FBF8-A9AC-CE19-2797-06AF6FA921F9}"/>
          </ac:spMkLst>
        </pc:spChg>
        <pc:spChg chg="add mod">
          <ac:chgData name="Shauna Kirwan Kelly" userId="S::x23442262@student.ncirl.ie::ece712e5-b882-4b5c-85d9-5bfb3510f27d" providerId="AD" clId="Web-{CDDE8ABE-F3EB-6525-BFF1-11ADF7EDCB59}" dt="2025-10-06T14:41:51.204" v="116" actId="1076"/>
          <ac:spMkLst>
            <pc:docMk/>
            <pc:sldMk cId="3015635898" sldId="268"/>
            <ac:spMk id="4" creationId="{652C2257-8837-9A90-0449-DA42FAA3E101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2:34.971" v="133" actId="20577"/>
        <pc:sldMkLst>
          <pc:docMk/>
          <pc:sldMk cId="813730159" sldId="269"/>
        </pc:sldMkLst>
        <pc:spChg chg="mod">
          <ac:chgData name="Shauna Kirwan Kelly" userId="S::x23442262@student.ncirl.ie::ece712e5-b882-4b5c-85d9-5bfb3510f27d" providerId="AD" clId="Web-{CDDE8ABE-F3EB-6525-BFF1-11ADF7EDCB59}" dt="2025-10-06T14:42:34.971" v="133" actId="20577"/>
          <ac:spMkLst>
            <pc:docMk/>
            <pc:sldMk cId="813730159" sldId="269"/>
            <ac:spMk id="3" creationId="{0EBD7001-B341-9EAC-6D8F-8DDCA74E4650}"/>
          </ac:spMkLst>
        </pc:spChg>
        <pc:spChg chg="add mod">
          <ac:chgData name="Shauna Kirwan Kelly" userId="S::x23442262@student.ncirl.ie::ece712e5-b882-4b5c-85d9-5bfb3510f27d" providerId="AD" clId="Web-{CDDE8ABE-F3EB-6525-BFF1-11ADF7EDCB59}" dt="2025-10-06T14:42:09.173" v="127" actId="20577"/>
          <ac:spMkLst>
            <pc:docMk/>
            <pc:sldMk cId="813730159" sldId="269"/>
            <ac:spMk id="4" creationId="{E3F5405F-9401-C232-7F2C-C926AE1A8573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3:47.723" v="139" actId="1076"/>
        <pc:sldMkLst>
          <pc:docMk/>
          <pc:sldMk cId="3597802329" sldId="270"/>
        </pc:sldMkLst>
        <pc:spChg chg="mod">
          <ac:chgData name="Shauna Kirwan Kelly" userId="S::x23442262@student.ncirl.ie::ece712e5-b882-4b5c-85d9-5bfb3510f27d" providerId="AD" clId="Web-{CDDE8ABE-F3EB-6525-BFF1-11ADF7EDCB59}" dt="2025-10-06T14:43:43.238" v="136" actId="20577"/>
          <ac:spMkLst>
            <pc:docMk/>
            <pc:sldMk cId="3597802329" sldId="270"/>
            <ac:spMk id="2" creationId="{3940EB8D-38F5-6E57-A256-9F97655A2682}"/>
          </ac:spMkLst>
        </pc:spChg>
        <pc:spChg chg="add mod">
          <ac:chgData name="Shauna Kirwan Kelly" userId="S::x23442262@student.ncirl.ie::ece712e5-b882-4b5c-85d9-5bfb3510f27d" providerId="AD" clId="Web-{CDDE8ABE-F3EB-6525-BFF1-11ADF7EDCB59}" dt="2025-10-06T14:43:47.723" v="139" actId="1076"/>
          <ac:spMkLst>
            <pc:docMk/>
            <pc:sldMk cId="3597802329" sldId="270"/>
            <ac:spMk id="22" creationId="{0FBEA669-3403-464C-EAEA-27ED6680406E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4:09.239" v="159" actId="20577"/>
        <pc:sldMkLst>
          <pc:docMk/>
          <pc:sldMk cId="2806610232" sldId="272"/>
        </pc:sldMkLst>
        <pc:spChg chg="add mod">
          <ac:chgData name="Shauna Kirwan Kelly" userId="S::x23442262@student.ncirl.ie::ece712e5-b882-4b5c-85d9-5bfb3510f27d" providerId="AD" clId="Web-{CDDE8ABE-F3EB-6525-BFF1-11ADF7EDCB59}" dt="2025-10-06T14:44:09.239" v="159" actId="20577"/>
          <ac:spMkLst>
            <pc:docMk/>
            <pc:sldMk cId="2806610232" sldId="272"/>
            <ac:spMk id="5" creationId="{CCA871CF-775D-B803-96CA-235B959B8958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4:19.973" v="162" actId="1076"/>
        <pc:sldMkLst>
          <pc:docMk/>
          <pc:sldMk cId="4153524360" sldId="273"/>
        </pc:sldMkLst>
        <pc:spChg chg="add mod">
          <ac:chgData name="Shauna Kirwan Kelly" userId="S::x23442262@student.ncirl.ie::ece712e5-b882-4b5c-85d9-5bfb3510f27d" providerId="AD" clId="Web-{CDDE8ABE-F3EB-6525-BFF1-11ADF7EDCB59}" dt="2025-10-06T14:44:19.973" v="162" actId="1076"/>
          <ac:spMkLst>
            <pc:docMk/>
            <pc:sldMk cId="4153524360" sldId="273"/>
            <ac:spMk id="4" creationId="{A7E88F90-5709-6756-1889-803176E964BF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44:33.052" v="174" actId="1076"/>
        <pc:sldMkLst>
          <pc:docMk/>
          <pc:sldMk cId="829282444" sldId="274"/>
        </pc:sldMkLst>
        <pc:spChg chg="add mod">
          <ac:chgData name="Shauna Kirwan Kelly" userId="S::x23442262@student.ncirl.ie::ece712e5-b882-4b5c-85d9-5bfb3510f27d" providerId="AD" clId="Web-{CDDE8ABE-F3EB-6525-BFF1-11ADF7EDCB59}" dt="2025-10-06T14:44:33.052" v="174" actId="1076"/>
          <ac:spMkLst>
            <pc:docMk/>
            <pc:sldMk cId="829282444" sldId="274"/>
            <ac:spMk id="26" creationId="{795EB844-4A36-1E3A-7C69-8863C88B0AFA}"/>
          </ac:spMkLst>
        </pc:spChg>
      </pc:sldChg>
      <pc:sldChg chg="addSp delSp modSp">
        <pc:chgData name="Shauna Kirwan Kelly" userId="S::x23442262@student.ncirl.ie::ece712e5-b882-4b5c-85d9-5bfb3510f27d" providerId="AD" clId="Web-{CDDE8ABE-F3EB-6525-BFF1-11ADF7EDCB59}" dt="2025-10-06T14:39:27.183" v="66" actId="1076"/>
        <pc:sldMkLst>
          <pc:docMk/>
          <pc:sldMk cId="417961332" sldId="279"/>
        </pc:sldMkLst>
        <pc:spChg chg="add del mod">
          <ac:chgData name="Shauna Kirwan Kelly" userId="S::x23442262@student.ncirl.ie::ece712e5-b882-4b5c-85d9-5bfb3510f27d" providerId="AD" clId="Web-{CDDE8ABE-F3EB-6525-BFF1-11ADF7EDCB59}" dt="2025-10-06T14:39:08.432" v="61"/>
          <ac:spMkLst>
            <pc:docMk/>
            <pc:sldMk cId="417961332" sldId="279"/>
            <ac:spMk id="18" creationId="{C2A9D960-9FAB-D05C-2111-BE742F6C3DA0}"/>
          </ac:spMkLst>
        </pc:spChg>
        <pc:spChg chg="add mod">
          <ac:chgData name="Shauna Kirwan Kelly" userId="S::x23442262@student.ncirl.ie::ece712e5-b882-4b5c-85d9-5bfb3510f27d" providerId="AD" clId="Web-{CDDE8ABE-F3EB-6525-BFF1-11ADF7EDCB59}" dt="2025-10-06T14:39:27.183" v="66" actId="1076"/>
          <ac:spMkLst>
            <pc:docMk/>
            <pc:sldMk cId="417961332" sldId="279"/>
            <ac:spMk id="47" creationId="{07340BD9-D5AD-9F4C-5D9D-BFE61C762E75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39:35.543" v="70" actId="1076"/>
        <pc:sldMkLst>
          <pc:docMk/>
          <pc:sldMk cId="361463033" sldId="280"/>
        </pc:sldMkLst>
        <pc:spChg chg="add mod">
          <ac:chgData name="Shauna Kirwan Kelly" userId="S::x23442262@student.ncirl.ie::ece712e5-b882-4b5c-85d9-5bfb3510f27d" providerId="AD" clId="Web-{CDDE8ABE-F3EB-6525-BFF1-11ADF7EDCB59}" dt="2025-10-06T14:39:35.543" v="70" actId="1076"/>
          <ac:spMkLst>
            <pc:docMk/>
            <pc:sldMk cId="361463033" sldId="280"/>
            <ac:spMk id="18" creationId="{43CF8214-C93F-5173-1472-904CA0055E75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39:48.325" v="75" actId="1076"/>
        <pc:sldMkLst>
          <pc:docMk/>
          <pc:sldMk cId="335086155" sldId="281"/>
        </pc:sldMkLst>
        <pc:spChg chg="add mod">
          <ac:chgData name="Shauna Kirwan Kelly" userId="S::x23442262@student.ncirl.ie::ece712e5-b882-4b5c-85d9-5bfb3510f27d" providerId="AD" clId="Web-{CDDE8ABE-F3EB-6525-BFF1-11ADF7EDCB59}" dt="2025-10-06T14:39:48.325" v="75" actId="1076"/>
          <ac:spMkLst>
            <pc:docMk/>
            <pc:sldMk cId="335086155" sldId="281"/>
            <ac:spMk id="11" creationId="{682D32A6-2DC0-767C-24EF-E8418C5D1E20}"/>
          </ac:spMkLst>
        </pc:spChg>
      </pc:sldChg>
      <pc:sldChg chg="addSp modSp">
        <pc:chgData name="Shauna Kirwan Kelly" userId="S::x23442262@student.ncirl.ie::ece712e5-b882-4b5c-85d9-5bfb3510f27d" providerId="AD" clId="Web-{CDDE8ABE-F3EB-6525-BFF1-11ADF7EDCB59}" dt="2025-10-06T14:38:15.993" v="34" actId="1076"/>
        <pc:sldMkLst>
          <pc:docMk/>
          <pc:sldMk cId="3689990048" sldId="282"/>
        </pc:sldMkLst>
        <pc:spChg chg="add mod">
          <ac:chgData name="Shauna Kirwan Kelly" userId="S::x23442262@student.ncirl.ie::ece712e5-b882-4b5c-85d9-5bfb3510f27d" providerId="AD" clId="Web-{CDDE8ABE-F3EB-6525-BFF1-11ADF7EDCB59}" dt="2025-10-06T14:38:15.993" v="34" actId="1076"/>
          <ac:spMkLst>
            <pc:docMk/>
            <pc:sldMk cId="3689990048" sldId="282"/>
            <ac:spMk id="23" creationId="{D06DF98F-7A33-29E5-0F57-3FD0BE7C94E5}"/>
          </ac:spMkLst>
        </pc:spChg>
      </pc:sldChg>
      <pc:sldChg chg="addSp delSp modSp new mod setBg modClrScheme chgLayout">
        <pc:chgData name="Shauna Kirwan Kelly" userId="S::x23442262@student.ncirl.ie::ece712e5-b882-4b5c-85d9-5bfb3510f27d" providerId="AD" clId="Web-{CDDE8ABE-F3EB-6525-BFF1-11ADF7EDCB59}" dt="2025-10-06T14:37:07.648" v="28"/>
        <pc:sldMkLst>
          <pc:docMk/>
          <pc:sldMk cId="3539232512" sldId="283"/>
        </pc:sldMkLst>
        <pc:spChg chg="mod or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" creationId="{8C1EC44F-3D15-6AEE-BF4F-D93B1E1B3072}"/>
          </ac:spMkLst>
        </pc:spChg>
        <pc:spChg chg="mod or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3" creationId="{9D864AED-AB1D-70D3-E4BD-EFF702D80CC3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8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2.883" v="25"/>
          <ac:spMkLst>
            <pc:docMk/>
            <pc:sldMk cId="3539232512" sldId="283"/>
            <ac:spMk id="10" creationId="{6CA2C65D-0168-1245-86C8-62A8A6F7B813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2.883" v="25"/>
          <ac:spMkLst>
            <pc:docMk/>
            <pc:sldMk cId="3539232512" sldId="283"/>
            <ac:spMk id="12" creationId="{755E9273-3717-C94C-9BFF-75E87E47C46A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2.883" v="25"/>
          <ac:spMkLst>
            <pc:docMk/>
            <pc:sldMk cId="3539232512" sldId="283"/>
            <ac:spMk id="14" creationId="{2D31923D-AB54-2C41-B985-E3F1AB437D09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16" creationId="{DCA5172B-100A-154D-8648-280629D67DD0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17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18" creationId="{37A9EF9F-F5F8-3B4C-B721-17C0A18761C3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19" creationId="{B78A6D9C-C7A5-414B-8CB7-E31470D7D280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20" creationId="{6DEB3960-7668-064C-B56F-2B18221DED16}"/>
          </ac:spMkLst>
        </pc:spChg>
        <pc:spChg chg="add del">
          <ac:chgData name="Shauna Kirwan Kelly" userId="S::x23442262@student.ncirl.ie::ece712e5-b882-4b5c-85d9-5bfb3510f27d" providerId="AD" clId="Web-{CDDE8ABE-F3EB-6525-BFF1-11ADF7EDCB59}" dt="2025-10-06T14:37:07.633" v="27"/>
          <ac:spMkLst>
            <pc:docMk/>
            <pc:sldMk cId="3539232512" sldId="283"/>
            <ac:spMk id="21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3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4" creationId="{BD33FF1F-6094-0B4A-A3E4-6B0D9283DB44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5" creationId="{B78A6D9C-C7A5-414B-8CB7-E31470D7D280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6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7" creationId="{51BAD0FF-E824-4446-B45B-97AE09094B81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8" creationId="{0D8FDD6E-0FB9-5542-B194-9DD8BD806874}"/>
          </ac:spMkLst>
        </pc:spChg>
        <pc:spChg chg="add">
          <ac:chgData name="Shauna Kirwan Kelly" userId="S::x23442262@student.ncirl.ie::ece712e5-b882-4b5c-85d9-5bfb3510f27d" providerId="AD" clId="Web-{CDDE8ABE-F3EB-6525-BFF1-11ADF7EDCB59}" dt="2025-10-06T14:37:07.648" v="28"/>
          <ac:spMkLst>
            <pc:docMk/>
            <pc:sldMk cId="3539232512" sldId="283"/>
            <ac:spMk id="29" creationId="{DCA5172B-100A-154D-8648-280629D67DD0}"/>
          </ac:spMkLst>
        </pc:spChg>
        <pc:picChg chg="add del">
          <ac:chgData name="Shauna Kirwan Kelly" userId="S::x23442262@student.ncirl.ie::ece712e5-b882-4b5c-85d9-5bfb3510f27d" providerId="AD" clId="Web-{CDDE8ABE-F3EB-6525-BFF1-11ADF7EDCB59}" dt="2025-10-06T14:37:02.883" v="25"/>
          <ac:picMkLst>
            <pc:docMk/>
            <pc:sldMk cId="3539232512" sldId="283"/>
            <ac:picMk id="7" creationId="{74F76A33-B6AF-55E3-C94E-FA1281AD4C87}"/>
          </ac:picMkLst>
        </pc:picChg>
      </pc:sldChg>
    </pc:docChg>
  </pc:docChgLst>
  <pc:docChgLst>
    <pc:chgData name="Shauna Kirwan Kelly" userId="S::x23442262@student.ncirl.ie::ece712e5-b882-4b5c-85d9-5bfb3510f27d" providerId="AD" clId="Web-{2DDA0B08-53F8-6D8E-7BC4-C5ED4493B5B5}"/>
    <pc:docChg chg="addSld delSld modSld">
      <pc:chgData name="Shauna Kirwan Kelly" userId="S::x23442262@student.ncirl.ie::ece712e5-b882-4b5c-85d9-5bfb3510f27d" providerId="AD" clId="Web-{2DDA0B08-53F8-6D8E-7BC4-C5ED4493B5B5}" dt="2025-10-06T14:35:30.371" v="435"/>
      <pc:docMkLst>
        <pc:docMk/>
      </pc:docMkLst>
      <pc:sldChg chg="addSp delSp modSp mod setBg">
        <pc:chgData name="Shauna Kirwan Kelly" userId="S::x23442262@student.ncirl.ie::ece712e5-b882-4b5c-85d9-5bfb3510f27d" providerId="AD" clId="Web-{2DDA0B08-53F8-6D8E-7BC4-C5ED4493B5B5}" dt="2025-10-06T14:11:57.348" v="110"/>
        <pc:sldMkLst>
          <pc:docMk/>
          <pc:sldMk cId="443872703" sldId="257"/>
        </pc:sldMkLst>
        <pc:spChg chg="mod">
          <ac:chgData name="Shauna Kirwan Kelly" userId="S::x23442262@student.ncirl.ie::ece712e5-b882-4b5c-85d9-5bfb3510f27d" providerId="AD" clId="Web-{2DDA0B08-53F8-6D8E-7BC4-C5ED4493B5B5}" dt="2025-10-06T14:10:34.628" v="103"/>
          <ac:spMkLst>
            <pc:docMk/>
            <pc:sldMk cId="443872703" sldId="257"/>
            <ac:spMk id="4" creationId="{71BAD8AB-07A8-1EFC-3657-68908F3B9A95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6.581" v="107"/>
          <ac:spMkLst>
            <pc:docMk/>
            <pc:sldMk cId="443872703" sldId="257"/>
            <ac:spMk id="14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6.581" v="107"/>
          <ac:spMkLst>
            <pc:docMk/>
            <pc:sldMk cId="443872703" sldId="257"/>
            <ac:spMk id="16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6.581" v="107"/>
          <ac:spMkLst>
            <pc:docMk/>
            <pc:sldMk cId="443872703" sldId="257"/>
            <ac:spMk id="18" creationId="{B78A6D9C-C7A5-414B-8CB7-E31470D7D28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6.581" v="107"/>
          <ac:spMkLst>
            <pc:docMk/>
            <pc:sldMk cId="443872703" sldId="257"/>
            <ac:spMk id="20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6.581" v="107"/>
          <ac:spMkLst>
            <pc:docMk/>
            <pc:sldMk cId="443872703" sldId="257"/>
            <ac:spMk id="22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6.581" v="107"/>
          <ac:spMkLst>
            <pc:docMk/>
            <pc:sldMk cId="443872703" sldId="257"/>
            <ac:spMk id="24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0:34.628" v="103"/>
          <ac:spMkLst>
            <pc:docMk/>
            <pc:sldMk cId="443872703" sldId="257"/>
            <ac:spMk id="26" creationId="{90012D5C-1270-714B-AFB4-7E632827BA5B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31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33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35" creationId="{B78A6D9C-C7A5-414B-8CB7-E31470D7D280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37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39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48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50" creationId="{BD33FF1F-6094-0B4A-A3E4-6B0D9283DB44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52" creationId="{B78A6D9C-C7A5-414B-8CB7-E31470D7D2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58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57.348" v="110"/>
          <ac:spMkLst>
            <pc:docMk/>
            <pc:sldMk cId="443872703" sldId="257"/>
            <ac:spMk id="60" creationId="{90012D5C-1270-714B-AFB4-7E632827BA5B}"/>
          </ac:spMkLst>
        </pc:spChg>
        <pc:graphicFrameChg chg="mod modGraphic">
          <ac:chgData name="Shauna Kirwan Kelly" userId="S::x23442262@student.ncirl.ie::ece712e5-b882-4b5c-85d9-5bfb3510f27d" providerId="AD" clId="Web-{2DDA0B08-53F8-6D8E-7BC4-C5ED4493B5B5}" dt="2025-10-06T14:10:49.675" v="105"/>
          <ac:graphicFrameMkLst>
            <pc:docMk/>
            <pc:sldMk cId="443872703" sldId="257"/>
            <ac:graphicFrameMk id="9" creationId="{CFA3B196-313C-AB93-0953-D197BCD6EB60}"/>
          </ac:graphicFrameMkLst>
        </pc:graphicFrameChg>
        <pc:picChg chg="del">
          <ac:chgData name="Shauna Kirwan Kelly" userId="S::x23442262@student.ncirl.ie::ece712e5-b882-4b5c-85d9-5bfb3510f27d" providerId="AD" clId="Web-{2DDA0B08-53F8-6D8E-7BC4-C5ED4493B5B5}" dt="2025-10-06T13:56:39.154" v="1"/>
          <ac:picMkLst>
            <pc:docMk/>
            <pc:sldMk cId="443872703" sldId="257"/>
            <ac:picMk id="7" creationId="{0D57A377-8585-3B2B-48A1-07CD22DFB7A1}"/>
          </ac:picMkLst>
        </pc:picChg>
      </pc:sldChg>
      <pc:sldChg chg="addSp delSp modSp mod setBg">
        <pc:chgData name="Shauna Kirwan Kelly" userId="S::x23442262@student.ncirl.ie::ece712e5-b882-4b5c-85d9-5bfb3510f27d" providerId="AD" clId="Web-{2DDA0B08-53F8-6D8E-7BC4-C5ED4493B5B5}" dt="2025-10-06T14:12:02.692" v="111"/>
        <pc:sldMkLst>
          <pc:docMk/>
          <pc:sldMk cId="975254135" sldId="258"/>
        </pc:sldMkLst>
        <pc:spChg chg="mod">
          <ac:chgData name="Shauna Kirwan Kelly" userId="S::x23442262@student.ncirl.ie::ece712e5-b882-4b5c-85d9-5bfb3510f27d" providerId="AD" clId="Web-{2DDA0B08-53F8-6D8E-7BC4-C5ED4493B5B5}" dt="2025-10-06T14:10:27.753" v="102"/>
          <ac:spMkLst>
            <pc:docMk/>
            <pc:sldMk cId="975254135" sldId="258"/>
            <ac:spMk id="4" creationId="{0CA15644-2FEE-5065-3A6A-F4E73694506C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0.706" v="106"/>
          <ac:spMkLst>
            <pc:docMk/>
            <pc:sldMk cId="975254135" sldId="258"/>
            <ac:spMk id="14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0:27.753" v="102"/>
          <ac:spMkLst>
            <pc:docMk/>
            <pc:sldMk cId="975254135" sldId="258"/>
            <ac:spMk id="16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0.706" v="106"/>
          <ac:spMkLst>
            <pc:docMk/>
            <pc:sldMk cId="975254135" sldId="258"/>
            <ac:spMk id="18" creationId="{B78A6D9C-C7A5-414B-8CB7-E31470D7D2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0:27.753" v="102"/>
          <ac:spMkLst>
            <pc:docMk/>
            <pc:sldMk cId="975254135" sldId="258"/>
            <ac:spMk id="20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0.706" v="106"/>
          <ac:spMkLst>
            <pc:docMk/>
            <pc:sldMk cId="975254135" sldId="258"/>
            <ac:spMk id="22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0.706" v="106"/>
          <ac:spMkLst>
            <pc:docMk/>
            <pc:sldMk cId="975254135" sldId="258"/>
            <ac:spMk id="24" creationId="{BE8B9AAF-3BFF-3546-915C-8BDE34AD7C89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00.706" v="106"/>
          <ac:spMkLst>
            <pc:docMk/>
            <pc:sldMk cId="975254135" sldId="258"/>
            <ac:spMk id="26" creationId="{90012D5C-1270-714B-AFB4-7E632827BA5B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0.301" v="109"/>
          <ac:spMkLst>
            <pc:docMk/>
            <pc:sldMk cId="975254135" sldId="258"/>
            <ac:spMk id="31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0.301" v="109"/>
          <ac:spMkLst>
            <pc:docMk/>
            <pc:sldMk cId="975254135" sldId="258"/>
            <ac:spMk id="35" creationId="{B78A6D9C-C7A5-414B-8CB7-E31470D7D28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0.301" v="109"/>
          <ac:spMkLst>
            <pc:docMk/>
            <pc:sldMk cId="975254135" sldId="258"/>
            <ac:spMk id="37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00.706" v="106"/>
          <ac:spMkLst>
            <pc:docMk/>
            <pc:sldMk cId="975254135" sldId="258"/>
            <ac:spMk id="39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1:50.301" v="109"/>
          <ac:spMkLst>
            <pc:docMk/>
            <pc:sldMk cId="975254135" sldId="258"/>
            <ac:spMk id="41" creationId="{BE8B9AAF-3BFF-3546-915C-8BDE34AD7C89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48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50.301" v="109"/>
          <ac:spMkLst>
            <pc:docMk/>
            <pc:sldMk cId="975254135" sldId="258"/>
            <ac:spMk id="50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52" creationId="{B78A6D9C-C7A5-414B-8CB7-E31470D7D28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54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58" creationId="{BE8B9AAF-3BFF-3546-915C-8BDE34AD7C89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60" creationId="{90012D5C-1270-714B-AFB4-7E632827BA5B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65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67" creationId="{BD33FF1F-6094-0B4A-A3E4-6B0D9283DB44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71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73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2.692" v="111"/>
          <ac:spMkLst>
            <pc:docMk/>
            <pc:sldMk cId="975254135" sldId="258"/>
            <ac:spMk id="77" creationId="{90012D5C-1270-714B-AFB4-7E632827BA5B}"/>
          </ac:spMkLst>
        </pc:spChg>
        <pc:graphicFrameChg chg="mod modGraphic">
          <ac:chgData name="Shauna Kirwan Kelly" userId="S::x23442262@student.ncirl.ie::ece712e5-b882-4b5c-85d9-5bfb3510f27d" providerId="AD" clId="Web-{2DDA0B08-53F8-6D8E-7BC4-C5ED4493B5B5}" dt="2025-10-06T14:10:27.753" v="102"/>
          <ac:graphicFrameMkLst>
            <pc:docMk/>
            <pc:sldMk cId="975254135" sldId="258"/>
            <ac:graphicFrameMk id="9" creationId="{53FF56E1-32EA-4551-E365-D6785C799827}"/>
          </ac:graphicFrameMkLst>
        </pc:graphicFrameChg>
        <pc:picChg chg="del">
          <ac:chgData name="Shauna Kirwan Kelly" userId="S::x23442262@student.ncirl.ie::ece712e5-b882-4b5c-85d9-5bfb3510f27d" providerId="AD" clId="Web-{2DDA0B08-53F8-6D8E-7BC4-C5ED4493B5B5}" dt="2025-10-06T13:56:36.311" v="0"/>
          <ac:picMkLst>
            <pc:docMk/>
            <pc:sldMk cId="975254135" sldId="258"/>
            <ac:picMk id="7" creationId="{0B409684-2211-3A12-9D57-44781EF6CDD9}"/>
          </ac:picMkLst>
        </pc:picChg>
      </pc:sldChg>
      <pc:sldChg chg="addSp delSp modSp mod setBg">
        <pc:chgData name="Shauna Kirwan Kelly" userId="S::x23442262@student.ncirl.ie::ece712e5-b882-4b5c-85d9-5bfb3510f27d" providerId="AD" clId="Web-{2DDA0B08-53F8-6D8E-7BC4-C5ED4493B5B5}" dt="2025-10-06T14:12:09.239" v="112"/>
        <pc:sldMkLst>
          <pc:docMk/>
          <pc:sldMk cId="3682580992" sldId="259"/>
        </pc:sldMkLst>
        <pc:spChg chg="mod">
          <ac:chgData name="Shauna Kirwan Kelly" userId="S::x23442262@student.ncirl.ie::ece712e5-b882-4b5c-85d9-5bfb3510f27d" providerId="AD" clId="Web-{2DDA0B08-53F8-6D8E-7BC4-C5ED4493B5B5}" dt="2025-10-06T14:11:12.503" v="108"/>
          <ac:spMkLst>
            <pc:docMk/>
            <pc:sldMk cId="3682580992" sldId="259"/>
            <ac:spMk id="2" creationId="{8294768C-EE4D-E9EB-BF3A-8BEA78BE8F8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14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16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18" creationId="{B78A6D9C-C7A5-414B-8CB7-E31470D7D2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12.503" v="108"/>
          <ac:spMkLst>
            <pc:docMk/>
            <pc:sldMk cId="3682580992" sldId="259"/>
            <ac:spMk id="20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22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24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1:12.503" v="108"/>
          <ac:spMkLst>
            <pc:docMk/>
            <pc:sldMk cId="3682580992" sldId="259"/>
            <ac:spMk id="26" creationId="{90012D5C-1270-714B-AFB4-7E632827BA5B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31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37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39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41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2:09.239" v="112"/>
          <ac:spMkLst>
            <pc:docMk/>
            <pc:sldMk cId="3682580992" sldId="259"/>
            <ac:spMk id="43" creationId="{90012D5C-1270-714B-AFB4-7E632827BA5B}"/>
          </ac:spMkLst>
        </pc:spChg>
        <pc:graphicFrameChg chg="mod modGraphic">
          <ac:chgData name="Shauna Kirwan Kelly" userId="S::x23442262@student.ncirl.ie::ece712e5-b882-4b5c-85d9-5bfb3510f27d" providerId="AD" clId="Web-{2DDA0B08-53F8-6D8E-7BC4-C5ED4493B5B5}" dt="2025-10-06T14:11:12.503" v="108"/>
          <ac:graphicFrameMkLst>
            <pc:docMk/>
            <pc:sldMk cId="3682580992" sldId="259"/>
            <ac:graphicFrameMk id="9" creationId="{09FAB6B7-CAD0-287C-5442-CB0B560AC95D}"/>
          </ac:graphicFrameMkLst>
        </pc:graphicFrameChg>
        <pc:picChg chg="del">
          <ac:chgData name="Shauna Kirwan Kelly" userId="S::x23442262@student.ncirl.ie::ece712e5-b882-4b5c-85d9-5bfb3510f27d" providerId="AD" clId="Web-{2DDA0B08-53F8-6D8E-7BC4-C5ED4493B5B5}" dt="2025-10-06T13:56:40.483" v="2"/>
          <ac:picMkLst>
            <pc:docMk/>
            <pc:sldMk cId="3682580992" sldId="259"/>
            <ac:picMk id="7" creationId="{5456C32D-74CE-3387-AC36-B0C3F8C6DA83}"/>
          </ac:picMkLst>
        </pc:picChg>
      </pc:sldChg>
      <pc:sldChg chg="delSp del">
        <pc:chgData name="Shauna Kirwan Kelly" userId="S::x23442262@student.ncirl.ie::ece712e5-b882-4b5c-85d9-5bfb3510f27d" providerId="AD" clId="Web-{2DDA0B08-53F8-6D8E-7BC4-C5ED4493B5B5}" dt="2025-10-06T14:14:18.850" v="130"/>
        <pc:sldMkLst>
          <pc:docMk/>
          <pc:sldMk cId="1766026589" sldId="260"/>
        </pc:sldMkLst>
        <pc:picChg chg="del">
          <ac:chgData name="Shauna Kirwan Kelly" userId="S::x23442262@student.ncirl.ie::ece712e5-b882-4b5c-85d9-5bfb3510f27d" providerId="AD" clId="Web-{2DDA0B08-53F8-6D8E-7BC4-C5ED4493B5B5}" dt="2025-10-06T13:56:42.670" v="3"/>
          <ac:picMkLst>
            <pc:docMk/>
            <pc:sldMk cId="1766026589" sldId="260"/>
            <ac:picMk id="5" creationId="{1F622C83-4A56-2BFA-9CC4-6F0E6582A346}"/>
          </ac:picMkLst>
        </pc:picChg>
      </pc:sldChg>
      <pc:sldChg chg="addSp delSp modSp mod setBg">
        <pc:chgData name="Shauna Kirwan Kelly" userId="S::x23442262@student.ncirl.ie::ece712e5-b882-4b5c-85d9-5bfb3510f27d" providerId="AD" clId="Web-{2DDA0B08-53F8-6D8E-7BC4-C5ED4493B5B5}" dt="2025-10-06T14:16:42.573" v="195"/>
        <pc:sldMkLst>
          <pc:docMk/>
          <pc:sldMk cId="3925760032" sldId="261"/>
        </pc:sldMkLst>
        <pc:spChg chg="mod">
          <ac:chgData name="Shauna Kirwan Kelly" userId="S::x23442262@student.ncirl.ie::ece712e5-b882-4b5c-85d9-5bfb3510f27d" providerId="AD" clId="Web-{2DDA0B08-53F8-6D8E-7BC4-C5ED4493B5B5}" dt="2025-10-06T14:16:22.352" v="193"/>
          <ac:spMkLst>
            <pc:docMk/>
            <pc:sldMk cId="3925760032" sldId="261"/>
            <ac:spMk id="2" creationId="{7E4576E2-FFE7-BDDF-652F-5245CB954EAF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3:57:23.343" v="21"/>
          <ac:spMkLst>
            <pc:docMk/>
            <pc:sldMk cId="3925760032" sldId="261"/>
            <ac:spMk id="3" creationId="{3D995AF2-4143-CD08-E6E2-60247D4E6F5C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3:57:32.421" v="23"/>
          <ac:spMkLst>
            <pc:docMk/>
            <pc:sldMk cId="3925760032" sldId="261"/>
            <ac:spMk id="4" creationId="{1704B578-4791-5DE0-DDD8-B8775141085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10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11" creationId="{9F291BE0-7A7E-D04F-974F-9F4577FB2F4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12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13" creationId="{BD33FF1F-6094-0B4A-A3E4-6B0D9283DB4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14" creationId="{B78A6D9C-C7A5-414B-8CB7-E31470D7D28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15" creationId="{B78A6D9C-C7A5-414B-8CB7-E31470D7D28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16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17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18" creationId="{FB1CD9BE-93F1-ED44-946B-8354D74B0B9F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19" creationId="{FB1CD9BE-93F1-ED44-946B-8354D74B0B9F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20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21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22.305" v="192"/>
          <ac:spMkLst>
            <pc:docMk/>
            <pc:sldMk cId="3925760032" sldId="261"/>
            <ac:spMk id="22" creationId="{D269DB01-9C3C-7841-B8E8-6FDFEF70CB7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23" creationId="{D269DB01-9C3C-7841-B8E8-6FDFEF70CB7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37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39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42.573" v="195"/>
          <ac:spMkLst>
            <pc:docMk/>
            <pc:sldMk cId="3925760032" sldId="261"/>
            <ac:spMk id="41" creationId="{D269DB01-9C3C-7841-B8E8-6FDFEF70CB7D}"/>
          </ac:spMkLst>
        </pc:spChg>
        <pc:graphicFrameChg chg="add del mod modGraphic">
          <ac:chgData name="Shauna Kirwan Kelly" userId="S::x23442262@student.ncirl.ie::ece712e5-b882-4b5c-85d9-5bfb3510f27d" providerId="AD" clId="Web-{2DDA0B08-53F8-6D8E-7BC4-C5ED4493B5B5}" dt="2025-10-06T14:16:22.352" v="193"/>
          <ac:graphicFrameMkLst>
            <pc:docMk/>
            <pc:sldMk cId="3925760032" sldId="261"/>
            <ac:graphicFrameMk id="5" creationId="{92A38C10-AED4-3939-3B98-33DBF0C8CC57}"/>
          </ac:graphicFrameMkLst>
        </pc:graphicFrameChg>
        <pc:graphicFrameChg chg="add">
          <ac:chgData name="Shauna Kirwan Kelly" userId="S::x23442262@student.ncirl.ie::ece712e5-b882-4b5c-85d9-5bfb3510f27d" providerId="AD" clId="Web-{2DDA0B08-53F8-6D8E-7BC4-C5ED4493B5B5}" dt="2025-10-06T14:16:22.352" v="193"/>
          <ac:graphicFrameMkLst>
            <pc:docMk/>
            <pc:sldMk cId="3925760032" sldId="261"/>
            <ac:graphicFrameMk id="7" creationId="{6B6A5CDD-F1B2-CFDE-4360-0C59D626C6E0}"/>
          </ac:graphicFrameMkLst>
        </pc:graphicFrameChg>
      </pc:sldChg>
      <pc:sldChg chg="addSp delSp modSp mod setBg">
        <pc:chgData name="Shauna Kirwan Kelly" userId="S::x23442262@student.ncirl.ie::ece712e5-b882-4b5c-85d9-5bfb3510f27d" providerId="AD" clId="Web-{2DDA0B08-53F8-6D8E-7BC4-C5ED4493B5B5}" dt="2025-10-06T14:16:34.275" v="194"/>
        <pc:sldMkLst>
          <pc:docMk/>
          <pc:sldMk cId="3708847860" sldId="262"/>
        </pc:sldMkLst>
        <pc:spChg chg="mo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2" creationId="{A84DFC6F-DA4C-A006-AD47-4D9497948856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3:57:58.624" v="26"/>
          <ac:spMkLst>
            <pc:docMk/>
            <pc:sldMk cId="3708847860" sldId="262"/>
            <ac:spMk id="3" creationId="{9662B516-72CE-8FC0-912E-FE0A86174A91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3:57:49.343" v="25"/>
          <ac:spMkLst>
            <pc:docMk/>
            <pc:sldMk cId="3708847860" sldId="262"/>
            <ac:spMk id="4" creationId="{592C0608-F6A6-F0BD-5C44-7DCB2E201201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11" creationId="{9F291BE0-7A7E-D04F-974F-9F4577FB2F4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13" creationId="{BD33FF1F-6094-0B4A-A3E4-6B0D9283DB44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15" creationId="{B78A6D9C-C7A5-414B-8CB7-E31470D7D2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17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19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21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6:34.275" v="194"/>
          <ac:spMkLst>
            <pc:docMk/>
            <pc:sldMk cId="3708847860" sldId="262"/>
            <ac:spMk id="23" creationId="{D269DB01-9C3C-7841-B8E8-6FDFEF70CB7D}"/>
          </ac:spMkLst>
        </pc:spChg>
        <pc:graphicFrameChg chg="add del modGraphic">
          <ac:chgData name="Shauna Kirwan Kelly" userId="S::x23442262@student.ncirl.ie::ece712e5-b882-4b5c-85d9-5bfb3510f27d" providerId="AD" clId="Web-{2DDA0B08-53F8-6D8E-7BC4-C5ED4493B5B5}" dt="2025-10-06T14:16:34.275" v="194"/>
          <ac:graphicFrameMkLst>
            <pc:docMk/>
            <pc:sldMk cId="3708847860" sldId="262"/>
            <ac:graphicFrameMk id="5" creationId="{8EE7B436-25A2-CFB4-C7BC-0007381C36D5}"/>
          </ac:graphicFrameMkLst>
        </pc:graphicFrameChg>
        <pc:graphicFrameChg chg="add">
          <ac:chgData name="Shauna Kirwan Kelly" userId="S::x23442262@student.ncirl.ie::ece712e5-b882-4b5c-85d9-5bfb3510f27d" providerId="AD" clId="Web-{2DDA0B08-53F8-6D8E-7BC4-C5ED4493B5B5}" dt="2025-10-06T14:16:34.275" v="194"/>
          <ac:graphicFrameMkLst>
            <pc:docMk/>
            <pc:sldMk cId="3708847860" sldId="262"/>
            <ac:graphicFrameMk id="7" creationId="{39A0B632-C8FB-19BD-3C68-609B9D125A12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1:41.233" v="406"/>
        <pc:sldMkLst>
          <pc:docMk/>
          <pc:sldMk cId="1927820597" sldId="263"/>
        </pc:sldMkLst>
        <pc:spChg chg="mod ord">
          <ac:chgData name="Shauna Kirwan Kelly" userId="S::x23442262@student.ncirl.ie::ece712e5-b882-4b5c-85d9-5bfb3510f27d" providerId="AD" clId="Web-{2DDA0B08-53F8-6D8E-7BC4-C5ED4493B5B5}" dt="2025-10-06T14:31:41.233" v="406"/>
          <ac:spMkLst>
            <pc:docMk/>
            <pc:sldMk cId="1927820597" sldId="263"/>
            <ac:spMk id="2" creationId="{A1BDE982-DC94-94E1-CA3E-FBF6CB27D997}"/>
          </ac:spMkLst>
        </pc:spChg>
        <pc:spChg chg="del mod ord">
          <ac:chgData name="Shauna Kirwan Kelly" userId="S::x23442262@student.ncirl.ie::ece712e5-b882-4b5c-85d9-5bfb3510f27d" providerId="AD" clId="Web-{2DDA0B08-53F8-6D8E-7BC4-C5ED4493B5B5}" dt="2025-10-06T14:18:15.503" v="215"/>
          <ac:spMkLst>
            <pc:docMk/>
            <pc:sldMk cId="1927820597" sldId="263"/>
            <ac:spMk id="3" creationId="{754237AD-157E-316C-CB4D-BBD0F48917A6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18:09.706" v="214"/>
          <ac:spMkLst>
            <pc:docMk/>
            <pc:sldMk cId="1927820597" sldId="263"/>
            <ac:spMk id="4" creationId="{EF67F184-5827-8627-F731-D4E966F33641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8:15.503" v="215"/>
          <ac:spMkLst>
            <pc:docMk/>
            <pc:sldMk cId="1927820597" sldId="263"/>
            <ac:spMk id="9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1.233" v="406"/>
          <ac:spMkLst>
            <pc:docMk/>
            <pc:sldMk cId="1927820597" sldId="263"/>
            <ac:spMk id="10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8:15.503" v="215"/>
          <ac:spMkLst>
            <pc:docMk/>
            <pc:sldMk cId="1927820597" sldId="263"/>
            <ac:spMk id="11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1.233" v="406"/>
          <ac:spMkLst>
            <pc:docMk/>
            <pc:sldMk cId="1927820597" sldId="263"/>
            <ac:spMk id="12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8:15.503" v="215"/>
          <ac:spMkLst>
            <pc:docMk/>
            <pc:sldMk cId="1927820597" sldId="263"/>
            <ac:spMk id="13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1.233" v="406"/>
          <ac:spMkLst>
            <pc:docMk/>
            <pc:sldMk cId="1927820597" sldId="263"/>
            <ac:spMk id="14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8:15.503" v="215"/>
          <ac:spMkLst>
            <pc:docMk/>
            <pc:sldMk cId="1927820597" sldId="263"/>
            <ac:spMk id="15" creationId="{90012D5C-1270-714B-AFB4-7E632827BA5B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1.233" v="406"/>
          <ac:spMkLst>
            <pc:docMk/>
            <pc:sldMk cId="1927820597" sldId="263"/>
            <ac:spMk id="16" creationId="{D269DB01-9C3C-7841-B8E8-6FDFEF70CB7D}"/>
          </ac:spMkLst>
        </pc:spChg>
        <pc:graphicFrameChg chg="add mod modGraphic">
          <ac:chgData name="Shauna Kirwan Kelly" userId="S::x23442262@student.ncirl.ie::ece712e5-b882-4b5c-85d9-5bfb3510f27d" providerId="AD" clId="Web-{2DDA0B08-53F8-6D8E-7BC4-C5ED4493B5B5}" dt="2025-10-06T14:31:41.233" v="406"/>
          <ac:graphicFrameMkLst>
            <pc:docMk/>
            <pc:sldMk cId="1927820597" sldId="263"/>
            <ac:graphicFrameMk id="5" creationId="{9859A614-017D-651B-3078-B3DFFCE62A8F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1:49.733" v="407"/>
        <pc:sldMkLst>
          <pc:docMk/>
          <pc:sldMk cId="1516521564" sldId="264"/>
        </pc:sldMkLst>
        <pc:spChg chg="mod ord">
          <ac:chgData name="Shauna Kirwan Kelly" userId="S::x23442262@student.ncirl.ie::ece712e5-b882-4b5c-85d9-5bfb3510f27d" providerId="AD" clId="Web-{2DDA0B08-53F8-6D8E-7BC4-C5ED4493B5B5}" dt="2025-10-06T14:31:49.733" v="407"/>
          <ac:spMkLst>
            <pc:docMk/>
            <pc:sldMk cId="1516521564" sldId="264"/>
            <ac:spMk id="2" creationId="{221EADDA-F31C-AEED-A2DE-4ADDE6748F31}"/>
          </ac:spMkLst>
        </pc:spChg>
        <pc:spChg chg="del mod ord">
          <ac:chgData name="Shauna Kirwan Kelly" userId="S::x23442262@student.ncirl.ie::ece712e5-b882-4b5c-85d9-5bfb3510f27d" providerId="AD" clId="Web-{2DDA0B08-53F8-6D8E-7BC4-C5ED4493B5B5}" dt="2025-10-06T14:19:07.023" v="223"/>
          <ac:spMkLst>
            <pc:docMk/>
            <pc:sldMk cId="1516521564" sldId="264"/>
            <ac:spMk id="3" creationId="{0FABC3EE-DD4F-DFF2-1DFB-3ECFD16DBBE5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18:31.223" v="218"/>
          <ac:spMkLst>
            <pc:docMk/>
            <pc:sldMk cId="1516521564" sldId="264"/>
            <ac:spMk id="4" creationId="{980372AE-D6D1-31DE-F396-405DDB32D36B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9:07.023" v="223"/>
          <ac:spMkLst>
            <pc:docMk/>
            <pc:sldMk cId="1516521564" sldId="264"/>
            <ac:spMk id="9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9.733" v="407"/>
          <ac:spMkLst>
            <pc:docMk/>
            <pc:sldMk cId="1516521564" sldId="264"/>
            <ac:spMk id="10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9:07.023" v="223"/>
          <ac:spMkLst>
            <pc:docMk/>
            <pc:sldMk cId="1516521564" sldId="264"/>
            <ac:spMk id="11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9.733" v="407"/>
          <ac:spMkLst>
            <pc:docMk/>
            <pc:sldMk cId="1516521564" sldId="264"/>
            <ac:spMk id="12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9:07.023" v="223"/>
          <ac:spMkLst>
            <pc:docMk/>
            <pc:sldMk cId="1516521564" sldId="264"/>
            <ac:spMk id="13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9.733" v="407"/>
          <ac:spMkLst>
            <pc:docMk/>
            <pc:sldMk cId="1516521564" sldId="264"/>
            <ac:spMk id="14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19:07.023" v="223"/>
          <ac:spMkLst>
            <pc:docMk/>
            <pc:sldMk cId="1516521564" sldId="264"/>
            <ac:spMk id="15" creationId="{D269DB01-9C3C-7841-B8E8-6FDFEF70CB7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49.733" v="407"/>
          <ac:spMkLst>
            <pc:docMk/>
            <pc:sldMk cId="1516521564" sldId="264"/>
            <ac:spMk id="16" creationId="{D269DB01-9C3C-7841-B8E8-6FDFEF70CB7D}"/>
          </ac:spMkLst>
        </pc:spChg>
        <pc:graphicFrameChg chg="add mod modGraphic">
          <ac:chgData name="Shauna Kirwan Kelly" userId="S::x23442262@student.ncirl.ie::ece712e5-b882-4b5c-85d9-5bfb3510f27d" providerId="AD" clId="Web-{2DDA0B08-53F8-6D8E-7BC4-C5ED4493B5B5}" dt="2025-10-06T14:31:49.733" v="407"/>
          <ac:graphicFrameMkLst>
            <pc:docMk/>
            <pc:sldMk cId="1516521564" sldId="264"/>
            <ac:graphicFrameMk id="5" creationId="{EE6B6362-942F-5D0C-D4DA-76031A6B2933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1:54.639" v="408"/>
        <pc:sldMkLst>
          <pc:docMk/>
          <pc:sldMk cId="2238760662" sldId="265"/>
        </pc:sldMkLst>
        <pc:spChg chg="mod ord">
          <ac:chgData name="Shauna Kirwan Kelly" userId="S::x23442262@student.ncirl.ie::ece712e5-b882-4b5c-85d9-5bfb3510f27d" providerId="AD" clId="Web-{2DDA0B08-53F8-6D8E-7BC4-C5ED4493B5B5}" dt="2025-10-06T14:31:54.639" v="408"/>
          <ac:spMkLst>
            <pc:docMk/>
            <pc:sldMk cId="2238760662" sldId="265"/>
            <ac:spMk id="2" creationId="{A4DEBD48-9B08-A133-B8DD-9CFFEA2A64B1}"/>
          </ac:spMkLst>
        </pc:spChg>
        <pc:spChg chg="mod ord">
          <ac:chgData name="Shauna Kirwan Kelly" userId="S::x23442262@student.ncirl.ie::ece712e5-b882-4b5c-85d9-5bfb3510f27d" providerId="AD" clId="Web-{2DDA0B08-53F8-6D8E-7BC4-C5ED4493B5B5}" dt="2025-10-06T14:31:54.639" v="408"/>
          <ac:spMkLst>
            <pc:docMk/>
            <pc:sldMk cId="2238760662" sldId="265"/>
            <ac:spMk id="3" creationId="{6AA2BD01-379F-3ABB-BA4F-16EA8B844E43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19:30.337" v="232"/>
          <ac:spMkLst>
            <pc:docMk/>
            <pc:sldMk cId="2238760662" sldId="265"/>
            <ac:spMk id="4" creationId="{107018E5-45F4-C6CB-AD18-54274AC8675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54.639" v="408"/>
          <ac:spMkLst>
            <pc:docMk/>
            <pc:sldMk cId="2238760662" sldId="265"/>
            <ac:spMk id="9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0:17.324" v="237"/>
          <ac:spMkLst>
            <pc:docMk/>
            <pc:sldMk cId="2238760662" sldId="265"/>
            <ac:spMk id="10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54.639" v="408"/>
          <ac:spMkLst>
            <pc:docMk/>
            <pc:sldMk cId="2238760662" sldId="265"/>
            <ac:spMk id="11" creationId="{BE50E7BE-734F-224D-B03E-074DE1D124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0:17.324" v="237"/>
          <ac:spMkLst>
            <pc:docMk/>
            <pc:sldMk cId="2238760662" sldId="265"/>
            <ac:spMk id="12" creationId="{BE50E7BE-734F-224D-B03E-074DE1D124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0:17.324" v="237"/>
          <ac:spMkLst>
            <pc:docMk/>
            <pc:sldMk cId="2238760662" sldId="265"/>
            <ac:spMk id="14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1:54.639" v="408"/>
          <ac:spMkLst>
            <pc:docMk/>
            <pc:sldMk cId="2238760662" sldId="265"/>
            <ac:spMk id="16" creationId="{DCA5172B-100A-154D-8648-280629D67DD0}"/>
          </ac:spMkLst>
        </pc:spChg>
        <pc:picChg chg="add mod">
          <ac:chgData name="Shauna Kirwan Kelly" userId="S::x23442262@student.ncirl.ie::ece712e5-b882-4b5c-85d9-5bfb3510f27d" providerId="AD" clId="Web-{2DDA0B08-53F8-6D8E-7BC4-C5ED4493B5B5}" dt="2025-10-06T14:31:54.639" v="408"/>
          <ac:picMkLst>
            <pc:docMk/>
            <pc:sldMk cId="2238760662" sldId="265"/>
            <ac:picMk id="7" creationId="{422BB550-8E58-4000-667F-4CAD658B7752}"/>
          </ac:picMkLst>
        </pc:pic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2:00.139" v="409"/>
        <pc:sldMkLst>
          <pc:docMk/>
          <pc:sldMk cId="4015301901" sldId="266"/>
        </pc:sldMkLst>
        <pc:spChg chg="mod ord">
          <ac:chgData name="Shauna Kirwan Kelly" userId="S::x23442262@student.ncirl.ie::ece712e5-b882-4b5c-85d9-5bfb3510f27d" providerId="AD" clId="Web-{2DDA0B08-53F8-6D8E-7BC4-C5ED4493B5B5}" dt="2025-10-06T14:32:00.139" v="409"/>
          <ac:spMkLst>
            <pc:docMk/>
            <pc:sldMk cId="4015301901" sldId="266"/>
            <ac:spMk id="2" creationId="{7BB7EB46-A608-8F34-D5B5-AABE404D76DC}"/>
          </ac:spMkLst>
        </pc:spChg>
        <pc:spChg chg="del mod ord">
          <ac:chgData name="Shauna Kirwan Kelly" userId="S::x23442262@student.ncirl.ie::ece712e5-b882-4b5c-85d9-5bfb3510f27d" providerId="AD" clId="Web-{2DDA0B08-53F8-6D8E-7BC4-C5ED4493B5B5}" dt="2025-10-06T14:21:13.014" v="252"/>
          <ac:spMkLst>
            <pc:docMk/>
            <pc:sldMk cId="4015301901" sldId="266"/>
            <ac:spMk id="3" creationId="{A3123C0A-90EC-9C74-A911-8B50DB615B3B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0:45.231" v="247"/>
          <ac:spMkLst>
            <pc:docMk/>
            <pc:sldMk cId="4015301901" sldId="266"/>
            <ac:spMk id="4" creationId="{92329641-12BB-2AFC-65F1-35894E084662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1:13.014" v="252"/>
          <ac:spMkLst>
            <pc:docMk/>
            <pc:sldMk cId="4015301901" sldId="266"/>
            <ac:spMk id="9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0.139" v="409"/>
          <ac:spMkLst>
            <pc:docMk/>
            <pc:sldMk cId="4015301901" sldId="266"/>
            <ac:spMk id="10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1:13.014" v="252"/>
          <ac:spMkLst>
            <pc:docMk/>
            <pc:sldMk cId="4015301901" sldId="266"/>
            <ac:spMk id="11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0.139" v="409"/>
          <ac:spMkLst>
            <pc:docMk/>
            <pc:sldMk cId="4015301901" sldId="266"/>
            <ac:spMk id="12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1:13.014" v="252"/>
          <ac:spMkLst>
            <pc:docMk/>
            <pc:sldMk cId="4015301901" sldId="266"/>
            <ac:spMk id="13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0.139" v="409"/>
          <ac:spMkLst>
            <pc:docMk/>
            <pc:sldMk cId="4015301901" sldId="266"/>
            <ac:spMk id="14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1:13.014" v="252"/>
          <ac:spMkLst>
            <pc:docMk/>
            <pc:sldMk cId="4015301901" sldId="266"/>
            <ac:spMk id="15" creationId="{D269DB01-9C3C-7841-B8E8-6FDFEF70CB7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0.139" v="409"/>
          <ac:spMkLst>
            <pc:docMk/>
            <pc:sldMk cId="4015301901" sldId="266"/>
            <ac:spMk id="16" creationId="{D269DB01-9C3C-7841-B8E8-6FDFEF70CB7D}"/>
          </ac:spMkLst>
        </pc:spChg>
        <pc:graphicFrameChg chg="add mod modGraphic">
          <ac:chgData name="Shauna Kirwan Kelly" userId="S::x23442262@student.ncirl.ie::ece712e5-b882-4b5c-85d9-5bfb3510f27d" providerId="AD" clId="Web-{2DDA0B08-53F8-6D8E-7BC4-C5ED4493B5B5}" dt="2025-10-06T14:32:00.139" v="409"/>
          <ac:graphicFrameMkLst>
            <pc:docMk/>
            <pc:sldMk cId="4015301901" sldId="266"/>
            <ac:graphicFrameMk id="5" creationId="{1CE66F0D-5BD7-17C6-461A-48F1743DC598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2:05.077" v="410"/>
        <pc:sldMkLst>
          <pc:docMk/>
          <pc:sldMk cId="2061353350" sldId="267"/>
        </pc:sldMkLst>
        <pc:spChg chg="mod ord">
          <ac:chgData name="Shauna Kirwan Kelly" userId="S::x23442262@student.ncirl.ie::ece712e5-b882-4b5c-85d9-5bfb3510f27d" providerId="AD" clId="Web-{2DDA0B08-53F8-6D8E-7BC4-C5ED4493B5B5}" dt="2025-10-06T14:32:05.077" v="410"/>
          <ac:spMkLst>
            <pc:docMk/>
            <pc:sldMk cId="2061353350" sldId="267"/>
            <ac:spMk id="2" creationId="{4DC24804-0385-8815-926B-636FBE42F764}"/>
          </ac:spMkLst>
        </pc:spChg>
        <pc:spChg chg="mod ord">
          <ac:chgData name="Shauna Kirwan Kelly" userId="S::x23442262@student.ncirl.ie::ece712e5-b882-4b5c-85d9-5bfb3510f27d" providerId="AD" clId="Web-{2DDA0B08-53F8-6D8E-7BC4-C5ED4493B5B5}" dt="2025-10-06T14:32:05.077" v="410"/>
          <ac:spMkLst>
            <pc:docMk/>
            <pc:sldMk cId="2061353350" sldId="267"/>
            <ac:spMk id="3" creationId="{86481587-F714-2764-D64E-2B068E8A2866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1:33.687" v="256"/>
          <ac:spMkLst>
            <pc:docMk/>
            <pc:sldMk cId="2061353350" sldId="267"/>
            <ac:spMk id="4" creationId="{AFBF9DB9-CC3B-ADA9-6780-B9489AD100AA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2:17.032" v="263"/>
          <ac:spMkLst>
            <pc:docMk/>
            <pc:sldMk cId="2061353350" sldId="267"/>
            <ac:spMk id="10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2:17.032" v="263"/>
          <ac:spMkLst>
            <pc:docMk/>
            <pc:sldMk cId="2061353350" sldId="267"/>
            <ac:spMk id="12" creationId="{BE50E7BE-734F-224D-B03E-074DE1D1248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2:17.032" v="263"/>
          <ac:spMkLst>
            <pc:docMk/>
            <pc:sldMk cId="2061353350" sldId="267"/>
            <ac:spMk id="14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2:17.063" v="264"/>
          <ac:spMkLst>
            <pc:docMk/>
            <pc:sldMk cId="2061353350" sldId="267"/>
            <ac:spMk id="16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2:17.063" v="264"/>
          <ac:spMkLst>
            <pc:docMk/>
            <pc:sldMk cId="2061353350" sldId="267"/>
            <ac:spMk id="17" creationId="{BE50E7BE-734F-224D-B03E-074DE1D124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2:17.063" v="264"/>
          <ac:spMkLst>
            <pc:docMk/>
            <pc:sldMk cId="2061353350" sldId="267"/>
            <ac:spMk id="18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5.077" v="410"/>
          <ac:spMkLst>
            <pc:docMk/>
            <pc:sldMk cId="2061353350" sldId="267"/>
            <ac:spMk id="24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5.077" v="410"/>
          <ac:spMkLst>
            <pc:docMk/>
            <pc:sldMk cId="2061353350" sldId="267"/>
            <ac:spMk id="26" creationId="{BE50E7BE-734F-224D-B03E-074DE1D124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05.077" v="410"/>
          <ac:spMkLst>
            <pc:docMk/>
            <pc:sldMk cId="2061353350" sldId="267"/>
            <ac:spMk id="28" creationId="{DCA5172B-100A-154D-8648-280629D67DD0}"/>
          </ac:spMkLst>
        </pc:spChg>
        <pc:picChg chg="add del">
          <ac:chgData name="Shauna Kirwan Kelly" userId="S::x23442262@student.ncirl.ie::ece712e5-b882-4b5c-85d9-5bfb3510f27d" providerId="AD" clId="Web-{2DDA0B08-53F8-6D8E-7BC4-C5ED4493B5B5}" dt="2025-10-06T14:22:17.032" v="263"/>
          <ac:picMkLst>
            <pc:docMk/>
            <pc:sldMk cId="2061353350" sldId="267"/>
            <ac:picMk id="7" creationId="{223C7C55-A6FA-06D8-4C25-A17106A4A25C}"/>
          </ac:picMkLst>
        </pc:picChg>
        <pc:picChg chg="add mod">
          <ac:chgData name="Shauna Kirwan Kelly" userId="S::x23442262@student.ncirl.ie::ece712e5-b882-4b5c-85d9-5bfb3510f27d" providerId="AD" clId="Web-{2DDA0B08-53F8-6D8E-7BC4-C5ED4493B5B5}" dt="2025-10-06T14:32:05.077" v="410"/>
          <ac:picMkLst>
            <pc:docMk/>
            <pc:sldMk cId="2061353350" sldId="267"/>
            <ac:picMk id="19" creationId="{2868BE0B-E7B9-5B74-91A9-307E3373329F}"/>
          </ac:picMkLst>
        </pc:pic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2:10.639" v="411"/>
        <pc:sldMkLst>
          <pc:docMk/>
          <pc:sldMk cId="3015635898" sldId="268"/>
        </pc:sldMkLst>
        <pc:spChg chg="mod ord">
          <ac:chgData name="Shauna Kirwan Kelly" userId="S::x23442262@student.ncirl.ie::ece712e5-b882-4b5c-85d9-5bfb3510f27d" providerId="AD" clId="Web-{2DDA0B08-53F8-6D8E-7BC4-C5ED4493B5B5}" dt="2025-10-06T14:32:10.639" v="411"/>
          <ac:spMkLst>
            <pc:docMk/>
            <pc:sldMk cId="3015635898" sldId="268"/>
            <ac:spMk id="2" creationId="{AA8B9AB9-66EC-33DF-9325-DE6FE5EE138D}"/>
          </ac:spMkLst>
        </pc:spChg>
        <pc:spChg chg="mod ord">
          <ac:chgData name="Shauna Kirwan Kelly" userId="S::x23442262@student.ncirl.ie::ece712e5-b882-4b5c-85d9-5bfb3510f27d" providerId="AD" clId="Web-{2DDA0B08-53F8-6D8E-7BC4-C5ED4493B5B5}" dt="2025-10-06T14:32:10.639" v="411"/>
          <ac:spMkLst>
            <pc:docMk/>
            <pc:sldMk cId="3015635898" sldId="268"/>
            <ac:spMk id="3" creationId="{AAE0FBF8-A9AC-CE19-2797-06AF6FA921F9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2:42.549" v="274"/>
          <ac:spMkLst>
            <pc:docMk/>
            <pc:sldMk cId="3015635898" sldId="268"/>
            <ac:spMk id="4" creationId="{0BE6A5DC-012B-CA47-4534-EC4E5CCFB57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0.639" v="411"/>
          <ac:spMkLst>
            <pc:docMk/>
            <pc:sldMk cId="3015635898" sldId="268"/>
            <ac:spMk id="5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0.639" v="411"/>
          <ac:spMkLst>
            <pc:docMk/>
            <pc:sldMk cId="3015635898" sldId="268"/>
            <ac:spMk id="6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0.639" v="411"/>
          <ac:spMkLst>
            <pc:docMk/>
            <pc:sldMk cId="3015635898" sldId="268"/>
            <ac:spMk id="7" creationId="{37A9EF9F-F5F8-3B4C-B721-17C0A18761C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3:08.518" v="284"/>
          <ac:spMkLst>
            <pc:docMk/>
            <pc:sldMk cId="3015635898" sldId="268"/>
            <ac:spMk id="8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0.639" v="411"/>
          <ac:spMkLst>
            <pc:docMk/>
            <pc:sldMk cId="3015635898" sldId="268"/>
            <ac:spMk id="9" creationId="{6DEB3960-7668-064C-B56F-2B18221DED1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3:08.518" v="284"/>
          <ac:spMkLst>
            <pc:docMk/>
            <pc:sldMk cId="3015635898" sldId="268"/>
            <ac:spMk id="10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3:08.518" v="284"/>
          <ac:spMkLst>
            <pc:docMk/>
            <pc:sldMk cId="3015635898" sldId="268"/>
            <ac:spMk id="12" creationId="{37A9EF9F-F5F8-3B4C-B721-17C0A18761C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3:08.518" v="284"/>
          <ac:spMkLst>
            <pc:docMk/>
            <pc:sldMk cId="3015635898" sldId="268"/>
            <ac:spMk id="14" creationId="{6DEB3960-7668-064C-B56F-2B18221DED16}"/>
          </ac:spMkLst>
        </pc:sp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2:15.702" v="412"/>
        <pc:sldMkLst>
          <pc:docMk/>
          <pc:sldMk cId="813730159" sldId="269"/>
        </pc:sldMkLst>
        <pc:spChg chg="mod ord">
          <ac:chgData name="Shauna Kirwan Kelly" userId="S::x23442262@student.ncirl.ie::ece712e5-b882-4b5c-85d9-5bfb3510f27d" providerId="AD" clId="Web-{2DDA0B08-53F8-6D8E-7BC4-C5ED4493B5B5}" dt="2025-10-06T14:32:15.702" v="412"/>
          <ac:spMkLst>
            <pc:docMk/>
            <pc:sldMk cId="813730159" sldId="269"/>
            <ac:spMk id="2" creationId="{E88770BF-C4EE-4092-7672-BC24A0FEE070}"/>
          </ac:spMkLst>
        </pc:spChg>
        <pc:spChg chg="mod ord">
          <ac:chgData name="Shauna Kirwan Kelly" userId="S::x23442262@student.ncirl.ie::ece712e5-b882-4b5c-85d9-5bfb3510f27d" providerId="AD" clId="Web-{2DDA0B08-53F8-6D8E-7BC4-C5ED4493B5B5}" dt="2025-10-06T14:32:15.702" v="412"/>
          <ac:spMkLst>
            <pc:docMk/>
            <pc:sldMk cId="813730159" sldId="269"/>
            <ac:spMk id="3" creationId="{0EBD7001-B341-9EAC-6D8F-8DDCA74E4650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3:39.238" v="292"/>
          <ac:spMkLst>
            <pc:docMk/>
            <pc:sldMk cId="813730159" sldId="269"/>
            <ac:spMk id="4" creationId="{F4236D27-5840-F40B-AB10-35E9B6F2D06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5.702" v="412"/>
          <ac:spMkLst>
            <pc:docMk/>
            <pc:sldMk cId="813730159" sldId="269"/>
            <ac:spMk id="7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5.702" v="412"/>
          <ac:spMkLst>
            <pc:docMk/>
            <pc:sldMk cId="813730159" sldId="269"/>
            <ac:spMk id="8" creationId="{BE50E7BE-734F-224D-B03E-074DE1D124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15.702" v="412"/>
          <ac:spMkLst>
            <pc:docMk/>
            <pc:sldMk cId="813730159" sldId="269"/>
            <ac:spMk id="9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4:03.005" v="299"/>
          <ac:spMkLst>
            <pc:docMk/>
            <pc:sldMk cId="813730159" sldId="269"/>
            <ac:spMk id="10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4:03.005" v="299"/>
          <ac:spMkLst>
            <pc:docMk/>
            <pc:sldMk cId="813730159" sldId="269"/>
            <ac:spMk id="12" creationId="{BE50E7BE-734F-224D-B03E-074DE1D1248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4:03.005" v="299"/>
          <ac:spMkLst>
            <pc:docMk/>
            <pc:sldMk cId="813730159" sldId="269"/>
            <ac:spMk id="14" creationId="{DCA5172B-100A-154D-8648-280629D67DD0}"/>
          </ac:spMkLst>
        </pc:spChg>
        <pc:picChg chg="add mod">
          <ac:chgData name="Shauna Kirwan Kelly" userId="S::x23442262@student.ncirl.ie::ece712e5-b882-4b5c-85d9-5bfb3510f27d" providerId="AD" clId="Web-{2DDA0B08-53F8-6D8E-7BC4-C5ED4493B5B5}" dt="2025-10-06T14:32:15.702" v="412"/>
          <ac:picMkLst>
            <pc:docMk/>
            <pc:sldMk cId="813730159" sldId="269"/>
            <ac:picMk id="5" creationId="{473FF080-FD03-33D3-1D2C-2417E0FC5499}"/>
          </ac:picMkLst>
        </pc:pic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27:07.525" v="365" actId="1076"/>
        <pc:sldMkLst>
          <pc:docMk/>
          <pc:sldMk cId="3597802329" sldId="270"/>
        </pc:sldMkLst>
        <pc:spChg chg="mod ord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2" creationId="{3940EB8D-38F5-6E57-A256-9F97655A2682}"/>
          </ac:spMkLst>
        </pc:spChg>
        <pc:spChg chg="del mod ord">
          <ac:chgData name="Shauna Kirwan Kelly" userId="S::x23442262@student.ncirl.ie::ece712e5-b882-4b5c-85d9-5bfb3510f27d" providerId="AD" clId="Web-{2DDA0B08-53F8-6D8E-7BC4-C5ED4493B5B5}" dt="2025-10-06T14:25:30.132" v="337"/>
          <ac:spMkLst>
            <pc:docMk/>
            <pc:sldMk cId="3597802329" sldId="270"/>
            <ac:spMk id="3" creationId="{CCA84667-2461-C473-BE18-49FC2452C890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4:22.833" v="300"/>
          <ac:spMkLst>
            <pc:docMk/>
            <pc:sldMk cId="3597802329" sldId="270"/>
            <ac:spMk id="4" creationId="{DE143FF4-BE39-CA98-AF3B-369E6FF3FE31}"/>
          </ac:spMkLst>
        </pc:spChg>
        <pc:spChg chg="add del mod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6" creationId="{12D2231D-71BD-C288-F9B9-5FF1D5A9DE01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5:35.116" v="338"/>
          <ac:spMkLst>
            <pc:docMk/>
            <pc:sldMk cId="3597802329" sldId="270"/>
            <ac:spMk id="8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5:35.116" v="338"/>
          <ac:spMkLst>
            <pc:docMk/>
            <pc:sldMk cId="3597802329" sldId="270"/>
            <ac:spMk id="10" creationId="{DCA5172B-100A-154D-8648-280629D67DD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5:35.116" v="338"/>
          <ac:spMkLst>
            <pc:docMk/>
            <pc:sldMk cId="3597802329" sldId="270"/>
            <ac:spMk id="12" creationId="{5610EA52-8D85-ED4E-9B4F-4D5E1BE1605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5:35.116" v="338"/>
          <ac:spMkLst>
            <pc:docMk/>
            <pc:sldMk cId="3597802329" sldId="270"/>
            <ac:spMk id="14" creationId="{E66CC1C4-3013-CB4A-8BF8-FDFE9B8E482A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19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21" creationId="{DCA5172B-100A-154D-8648-280629D67DD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23" creationId="{37A9EF9F-F5F8-3B4C-B721-17C0A18761C3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25" creationId="{6DEB3960-7668-064C-B56F-2B18221DED16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30" creationId="{1D227D51-204B-ED48-AF9A-0BE9633FE04A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34" creationId="{68546383-CCC4-544B-B0D8-DE78DE39BB7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36" creationId="{14F048CC-17C9-B246-BF2A-29E51AD1C6EA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38" creationId="{53C4D10E-16D3-5D49-A995-1FD27619A96C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40" creationId="{24124FF1-775D-AC4A-81D0-73FC0F54A682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6:20.446" v="343"/>
          <ac:spMkLst>
            <pc:docMk/>
            <pc:sldMk cId="3597802329" sldId="270"/>
            <ac:spMk id="42" creationId="{EBCE363F-7361-A345-BB3D-2E8D88197227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44" creationId="{F367E596-6364-884D-8ECA-DABD757BD267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45" creationId="{6C7511A4-6FBF-0246-AB44-3B819A707DE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46" creationId="{17857F1F-17F7-9144-8BBA-AD63FC0AA6A3}"/>
          </ac:spMkLst>
        </pc:spChg>
        <pc:spChg chg="add mod">
          <ac:chgData name="Shauna Kirwan Kelly" userId="S::x23442262@student.ncirl.ie::ece712e5-b882-4b5c-85d9-5bfb3510f27d" providerId="AD" clId="Web-{2DDA0B08-53F8-6D8E-7BC4-C5ED4493B5B5}" dt="2025-10-06T14:26:56.353" v="363" actId="20577"/>
          <ac:spMkLst>
            <pc:docMk/>
            <pc:sldMk cId="3597802329" sldId="270"/>
            <ac:spMk id="47" creationId="{12D2231D-71BD-C288-F9B9-5FF1D5A9DE01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6:20.821" v="344"/>
          <ac:spMkLst>
            <pc:docMk/>
            <pc:sldMk cId="3597802329" sldId="270"/>
            <ac:spMk id="48" creationId="{8D56D3E8-B102-DF4E-8F6F-48B290222219}"/>
          </ac:spMkLst>
        </pc:spChg>
        <pc:graphicFrameChg chg="add mod modGraphic">
          <ac:chgData name="Shauna Kirwan Kelly" userId="S::x23442262@student.ncirl.ie::ece712e5-b882-4b5c-85d9-5bfb3510f27d" providerId="AD" clId="Web-{2DDA0B08-53F8-6D8E-7BC4-C5ED4493B5B5}" dt="2025-10-06T14:27:07.525" v="365" actId="1076"/>
          <ac:graphicFrameMkLst>
            <pc:docMk/>
            <pc:sldMk cId="3597802329" sldId="270"/>
            <ac:graphicFrameMk id="7" creationId="{A43DEDE9-FD6D-D1ED-BC18-8F7523DF2A0C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2:57.531" v="417" actId="14100"/>
        <pc:sldMkLst>
          <pc:docMk/>
          <pc:sldMk cId="4186962268" sldId="271"/>
        </pc:sldMkLst>
        <pc:spChg chg="mod ord">
          <ac:chgData name="Shauna Kirwan Kelly" userId="S::x23442262@student.ncirl.ie::ece712e5-b882-4b5c-85d9-5bfb3510f27d" providerId="AD" clId="Web-{2DDA0B08-53F8-6D8E-7BC4-C5ED4493B5B5}" dt="2025-10-06T14:32:48.531" v="415"/>
          <ac:spMkLst>
            <pc:docMk/>
            <pc:sldMk cId="4186962268" sldId="271"/>
            <ac:spMk id="2" creationId="{2D60D03E-C1FD-2803-B7AE-DC50B5AE0075}"/>
          </ac:spMkLst>
        </pc:spChg>
        <pc:spChg chg="add del mod ord">
          <ac:chgData name="Shauna Kirwan Kelly" userId="S::x23442262@student.ncirl.ie::ece712e5-b882-4b5c-85d9-5bfb3510f27d" providerId="AD" clId="Web-{2DDA0B08-53F8-6D8E-7BC4-C5ED4493B5B5}" dt="2025-10-06T14:32:48.531" v="415"/>
          <ac:spMkLst>
            <pc:docMk/>
            <pc:sldMk cId="4186962268" sldId="271"/>
            <ac:spMk id="3" creationId="{D086EE8D-294C-6E51-6B09-71350BE7D74E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7:21.791" v="366"/>
          <ac:spMkLst>
            <pc:docMk/>
            <pc:sldMk cId="4186962268" sldId="271"/>
            <ac:spMk id="4" creationId="{2655EE52-0253-1D5C-C045-936C98A5E077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8:04.635" v="382"/>
          <ac:spMkLst>
            <pc:docMk/>
            <pc:sldMk cId="4186962268" sldId="271"/>
            <ac:spMk id="8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2:48.515" v="414"/>
          <ac:spMkLst>
            <pc:docMk/>
            <pc:sldMk cId="4186962268" sldId="271"/>
            <ac:spMk id="9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8:04.635" v="382"/>
          <ac:spMkLst>
            <pc:docMk/>
            <pc:sldMk cId="4186962268" sldId="271"/>
            <ac:spMk id="10" creationId="{51BAD0FF-E824-4446-B45B-97AE09094B81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2:48.515" v="414"/>
          <ac:spMkLst>
            <pc:docMk/>
            <pc:sldMk cId="4186962268" sldId="271"/>
            <ac:spMk id="11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8:04.635" v="382"/>
          <ac:spMkLst>
            <pc:docMk/>
            <pc:sldMk cId="4186962268" sldId="271"/>
            <ac:spMk id="12" creationId="{0D8FDD6E-0FB9-5542-B194-9DD8BD806874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2:48.515" v="414"/>
          <ac:spMkLst>
            <pc:docMk/>
            <pc:sldMk cId="4186962268" sldId="271"/>
            <ac:spMk id="13" creationId="{BE8B9AAF-3BFF-3546-915C-8BDE34AD7C89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28:04.635" v="382"/>
          <ac:spMkLst>
            <pc:docMk/>
            <pc:sldMk cId="4186962268" sldId="271"/>
            <ac:spMk id="14" creationId="{DCA5172B-100A-154D-8648-280629D67DD0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2:48.515" v="414"/>
          <ac:spMkLst>
            <pc:docMk/>
            <pc:sldMk cId="4186962268" sldId="271"/>
            <ac:spMk id="15" creationId="{90012D5C-1270-714B-AFB4-7E632827BA5B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8:04.635" v="383"/>
          <ac:spMkLst>
            <pc:docMk/>
            <pc:sldMk cId="4186962268" sldId="271"/>
            <ac:spMk id="16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8:04.635" v="383"/>
          <ac:spMkLst>
            <pc:docMk/>
            <pc:sldMk cId="4186962268" sldId="271"/>
            <ac:spMk id="17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8:04.635" v="383"/>
          <ac:spMkLst>
            <pc:docMk/>
            <pc:sldMk cId="4186962268" sldId="271"/>
            <ac:spMk id="18" creationId="{37A9EF9F-F5F8-3B4C-B721-17C0A18761C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8:04.635" v="383"/>
          <ac:spMkLst>
            <pc:docMk/>
            <pc:sldMk cId="4186962268" sldId="271"/>
            <ac:spMk id="19" creationId="{6DEB3960-7668-064C-B56F-2B18221DED16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48.531" v="415"/>
          <ac:spMkLst>
            <pc:docMk/>
            <pc:sldMk cId="4186962268" sldId="271"/>
            <ac:spMk id="20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48.531" v="415"/>
          <ac:spMkLst>
            <pc:docMk/>
            <pc:sldMk cId="4186962268" sldId="271"/>
            <ac:spMk id="21" creationId="{51BAD0FF-E824-4446-B45B-97AE09094B81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48.531" v="415"/>
          <ac:spMkLst>
            <pc:docMk/>
            <pc:sldMk cId="4186962268" sldId="271"/>
            <ac:spMk id="22" creationId="{0D8FDD6E-0FB9-5542-B194-9DD8BD806874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2:48.531" v="415"/>
          <ac:spMkLst>
            <pc:docMk/>
            <pc:sldMk cId="4186962268" sldId="271"/>
            <ac:spMk id="23" creationId="{DCA5172B-100A-154D-8648-280629D67DD0}"/>
          </ac:spMkLst>
        </pc:spChg>
        <pc:spChg chg="add mod">
          <ac:chgData name="Shauna Kirwan Kelly" userId="S::x23442262@student.ncirl.ie::ece712e5-b882-4b5c-85d9-5bfb3510f27d" providerId="AD" clId="Web-{2DDA0B08-53F8-6D8E-7BC4-C5ED4493B5B5}" dt="2025-10-06T14:32:57.531" v="417" actId="14100"/>
          <ac:spMkLst>
            <pc:docMk/>
            <pc:sldMk cId="4186962268" sldId="271"/>
            <ac:spMk id="24" creationId="{D086EE8D-294C-6E51-6B09-71350BE7D74E}"/>
          </ac:spMkLst>
        </pc:spChg>
        <pc:graphicFrameChg chg="add del">
          <ac:chgData name="Shauna Kirwan Kelly" userId="S::x23442262@student.ncirl.ie::ece712e5-b882-4b5c-85d9-5bfb3510f27d" providerId="AD" clId="Web-{2DDA0B08-53F8-6D8E-7BC4-C5ED4493B5B5}" dt="2025-10-06T14:32:48.515" v="414"/>
          <ac:graphicFrameMkLst>
            <pc:docMk/>
            <pc:sldMk cId="4186962268" sldId="271"/>
            <ac:graphicFrameMk id="5" creationId="{D2F5A0EE-5C4C-D8B0-BEBD-30B1AAF00944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3:04.937" v="420"/>
        <pc:sldMkLst>
          <pc:docMk/>
          <pc:sldMk cId="2806610232" sldId="272"/>
        </pc:sldMkLst>
        <pc:spChg chg="mod ord">
          <ac:chgData name="Shauna Kirwan Kelly" userId="S::x23442262@student.ncirl.ie::ece712e5-b882-4b5c-85d9-5bfb3510f27d" providerId="AD" clId="Web-{2DDA0B08-53F8-6D8E-7BC4-C5ED4493B5B5}" dt="2025-10-06T14:33:04.875" v="419"/>
          <ac:spMkLst>
            <pc:docMk/>
            <pc:sldMk cId="2806610232" sldId="272"/>
            <ac:spMk id="2" creationId="{34571D54-2351-EC67-F011-0960B58825CB}"/>
          </ac:spMkLst>
        </pc:spChg>
        <pc:spChg chg="del mod ord">
          <ac:chgData name="Shauna Kirwan Kelly" userId="S::x23442262@student.ncirl.ie::ece712e5-b882-4b5c-85d9-5bfb3510f27d" providerId="AD" clId="Web-{2DDA0B08-53F8-6D8E-7BC4-C5ED4493B5B5}" dt="2025-10-06T14:29:22.230" v="396"/>
          <ac:spMkLst>
            <pc:docMk/>
            <pc:sldMk cId="2806610232" sldId="272"/>
            <ac:spMk id="3" creationId="{A1E68170-4656-0AF8-BE16-E65ED36B9D5D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8:53.011" v="391"/>
          <ac:spMkLst>
            <pc:docMk/>
            <pc:sldMk cId="2806610232" sldId="272"/>
            <ac:spMk id="4" creationId="{4DD109E7-0647-F098-D684-D040BADB6039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3:04.875" v="419"/>
          <ac:spMkLst>
            <pc:docMk/>
            <pc:sldMk cId="2806610232" sldId="272"/>
            <ac:spMk id="8" creationId="{579E3846-8D0B-B14A-817A-7FAC9DDAB4D8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3:04.875" v="419"/>
          <ac:spMkLst>
            <pc:docMk/>
            <pc:sldMk cId="2806610232" sldId="272"/>
            <ac:spMk id="9" creationId="{882E6E09-FCB0-5F41-8BAE-C0581D54B5FD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3:04.875" v="419"/>
          <ac:spMkLst>
            <pc:docMk/>
            <pc:sldMk cId="2806610232" sldId="272"/>
            <ac:spMk id="10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9:26.106" v="397"/>
          <ac:spMkLst>
            <pc:docMk/>
            <pc:sldMk cId="2806610232" sldId="272"/>
            <ac:spMk id="11" creationId="{1D227D51-204B-ED48-AF9A-0BE9633FE04A}"/>
          </ac:spMkLst>
        </pc:spChg>
        <pc:spChg chg="add del">
          <ac:chgData name="Shauna Kirwan Kelly" userId="S::x23442262@student.ncirl.ie::ece712e5-b882-4b5c-85d9-5bfb3510f27d" providerId="AD" clId="Web-{2DDA0B08-53F8-6D8E-7BC4-C5ED4493B5B5}" dt="2025-10-06T14:33:04.875" v="419"/>
          <ac:spMkLst>
            <pc:docMk/>
            <pc:sldMk cId="2806610232" sldId="272"/>
            <ac:spMk id="12" creationId="{90012D5C-1270-714B-AFB4-7E632827BA5B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9:26.106" v="397"/>
          <ac:spMkLst>
            <pc:docMk/>
            <pc:sldMk cId="2806610232" sldId="272"/>
            <ac:spMk id="13" creationId="{57A23F45-CDAE-8A40-8DE7-92A0BBC119B7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04.937" v="420"/>
          <ac:spMkLst>
            <pc:docMk/>
            <pc:sldMk cId="2806610232" sldId="272"/>
            <ac:spMk id="14" creationId="{1D227D51-204B-ED48-AF9A-0BE9633FE04A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9:26.106" v="397"/>
          <ac:spMkLst>
            <pc:docMk/>
            <pc:sldMk cId="2806610232" sldId="272"/>
            <ac:spMk id="15" creationId="{68546383-CCC4-544B-B0D8-DE78DE39BB7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04.937" v="420"/>
          <ac:spMkLst>
            <pc:docMk/>
            <pc:sldMk cId="2806610232" sldId="272"/>
            <ac:spMk id="16" creationId="{57A23F45-CDAE-8A40-8DE7-92A0BBC119B7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9:26.106" v="397"/>
          <ac:spMkLst>
            <pc:docMk/>
            <pc:sldMk cId="2806610232" sldId="272"/>
            <ac:spMk id="17" creationId="{6CA2C65D-0168-1245-86C8-62A8A6F7B81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04.937" v="420"/>
          <ac:spMkLst>
            <pc:docMk/>
            <pc:sldMk cId="2806610232" sldId="272"/>
            <ac:spMk id="18" creationId="{68546383-CCC4-544B-B0D8-DE78DE39BB7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9:26.106" v="397"/>
          <ac:spMkLst>
            <pc:docMk/>
            <pc:sldMk cId="2806610232" sldId="272"/>
            <ac:spMk id="19" creationId="{755E9273-3717-C94C-9BFF-75E87E47C46A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04.937" v="420"/>
          <ac:spMkLst>
            <pc:docMk/>
            <pc:sldMk cId="2806610232" sldId="272"/>
            <ac:spMk id="20" creationId="{6CA2C65D-0168-1245-86C8-62A8A6F7B81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29:26.106" v="397"/>
          <ac:spMkLst>
            <pc:docMk/>
            <pc:sldMk cId="2806610232" sldId="272"/>
            <ac:spMk id="21" creationId="{5FA1B450-DB4E-404E-9C1C-703E4FCCF831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04.937" v="420"/>
          <ac:spMkLst>
            <pc:docMk/>
            <pc:sldMk cId="2806610232" sldId="272"/>
            <ac:spMk id="22" creationId="{755E9273-3717-C94C-9BFF-75E87E47C46A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04.937" v="420"/>
          <ac:spMkLst>
            <pc:docMk/>
            <pc:sldMk cId="2806610232" sldId="272"/>
            <ac:spMk id="23" creationId="{5FA1B450-DB4E-404E-9C1C-703E4FCCF831}"/>
          </ac:spMkLst>
        </pc:spChg>
        <pc:graphicFrameChg chg="add mod ord modGraphic">
          <ac:chgData name="Shauna Kirwan Kelly" userId="S::x23442262@student.ncirl.ie::ece712e5-b882-4b5c-85d9-5bfb3510f27d" providerId="AD" clId="Web-{2DDA0B08-53F8-6D8E-7BC4-C5ED4493B5B5}" dt="2025-10-06T14:33:04.937" v="420"/>
          <ac:graphicFrameMkLst>
            <pc:docMk/>
            <pc:sldMk cId="2806610232" sldId="272"/>
            <ac:graphicFrameMk id="6" creationId="{8D16F213-861C-5ECC-3071-9CE0A16FF5F0}"/>
          </ac:graphicFrameMkLst>
        </pc:graphicFrame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3:20.422" v="421"/>
        <pc:sldMkLst>
          <pc:docMk/>
          <pc:sldMk cId="4153524360" sldId="273"/>
        </pc:sldMkLst>
        <pc:spChg chg="mod ord">
          <ac:chgData name="Shauna Kirwan Kelly" userId="S::x23442262@student.ncirl.ie::ece712e5-b882-4b5c-85d9-5bfb3510f27d" providerId="AD" clId="Web-{2DDA0B08-53F8-6D8E-7BC4-C5ED4493B5B5}" dt="2025-10-06T14:33:20.422" v="421"/>
          <ac:spMkLst>
            <pc:docMk/>
            <pc:sldMk cId="4153524360" sldId="273"/>
            <ac:spMk id="2" creationId="{276CCA01-D2BA-6677-1FE5-5D7EF578494B}"/>
          </ac:spMkLst>
        </pc:spChg>
        <pc:spChg chg="mod ord">
          <ac:chgData name="Shauna Kirwan Kelly" userId="S::x23442262@student.ncirl.ie::ece712e5-b882-4b5c-85d9-5bfb3510f27d" providerId="AD" clId="Web-{2DDA0B08-53F8-6D8E-7BC4-C5ED4493B5B5}" dt="2025-10-06T14:33:20.422" v="421"/>
          <ac:spMkLst>
            <pc:docMk/>
            <pc:sldMk cId="4153524360" sldId="273"/>
            <ac:spMk id="3" creationId="{0EAFBA69-7D2E-53CE-CDDD-FC9133FFEC0F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29:41.371" v="398"/>
          <ac:spMkLst>
            <pc:docMk/>
            <pc:sldMk cId="4153524360" sldId="273"/>
            <ac:spMk id="4" creationId="{BB910DAC-ADCE-4CE4-DB6E-4BDBD03D882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20.422" v="421"/>
          <ac:spMkLst>
            <pc:docMk/>
            <pc:sldMk cId="4153524360" sldId="273"/>
            <ac:spMk id="5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20.422" v="421"/>
          <ac:spMkLst>
            <pc:docMk/>
            <pc:sldMk cId="4153524360" sldId="273"/>
            <ac:spMk id="6" creationId="{5610EA52-8D85-ED4E-9B4F-4D5E1BE1605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20.422" v="421"/>
          <ac:spMkLst>
            <pc:docMk/>
            <pc:sldMk cId="4153524360" sldId="273"/>
            <ac:spMk id="7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0:19.138" v="403"/>
          <ac:spMkLst>
            <pc:docMk/>
            <pc:sldMk cId="4153524360" sldId="273"/>
            <ac:spMk id="8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3:20.422" v="421"/>
          <ac:spMkLst>
            <pc:docMk/>
            <pc:sldMk cId="4153524360" sldId="273"/>
            <ac:spMk id="9" creationId="{E66CC1C4-3013-CB4A-8BF8-FDFE9B8E482A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0:19.138" v="403"/>
          <ac:spMkLst>
            <pc:docMk/>
            <pc:sldMk cId="4153524360" sldId="273"/>
            <ac:spMk id="10" creationId="{DCA5172B-100A-154D-8648-280629D67DD0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0:19.138" v="403"/>
          <ac:spMkLst>
            <pc:docMk/>
            <pc:sldMk cId="4153524360" sldId="273"/>
            <ac:spMk id="12" creationId="{37A9EF9F-F5F8-3B4C-B721-17C0A18761C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0:19.138" v="403"/>
          <ac:spMkLst>
            <pc:docMk/>
            <pc:sldMk cId="4153524360" sldId="273"/>
            <ac:spMk id="14" creationId="{6DEB3960-7668-064C-B56F-2B18221DED16}"/>
          </ac:spMkLst>
        </pc:spChg>
      </pc:sldChg>
      <pc:sldChg chg="addSp delSp modSp mod setBg modClrScheme chgLayout">
        <pc:chgData name="Shauna Kirwan Kelly" userId="S::x23442262@student.ncirl.ie::ece712e5-b882-4b5c-85d9-5bfb3510f27d" providerId="AD" clId="Web-{2DDA0B08-53F8-6D8E-7BC4-C5ED4493B5B5}" dt="2025-10-06T14:34:40.726" v="427"/>
        <pc:sldMkLst>
          <pc:docMk/>
          <pc:sldMk cId="829282444" sldId="274"/>
        </pc:sldMkLst>
        <pc:spChg chg="mod ord">
          <ac:chgData name="Shauna Kirwan Kelly" userId="S::x23442262@student.ncirl.ie::ece712e5-b882-4b5c-85d9-5bfb3510f27d" providerId="AD" clId="Web-{2DDA0B08-53F8-6D8E-7BC4-C5ED4493B5B5}" dt="2025-10-06T14:34:40.726" v="427"/>
          <ac:spMkLst>
            <pc:docMk/>
            <pc:sldMk cId="829282444" sldId="274"/>
            <ac:spMk id="2" creationId="{4F7B0F42-DD2D-3C13-1D2D-4AD4AEC5E817}"/>
          </ac:spMkLst>
        </pc:spChg>
        <pc:spChg chg="del mod ord">
          <ac:chgData name="Shauna Kirwan Kelly" userId="S::x23442262@student.ncirl.ie::ece712e5-b882-4b5c-85d9-5bfb3510f27d" providerId="AD" clId="Web-{2DDA0B08-53F8-6D8E-7BC4-C5ED4493B5B5}" dt="2025-10-06T14:34:40.726" v="427"/>
          <ac:spMkLst>
            <pc:docMk/>
            <pc:sldMk cId="829282444" sldId="274"/>
            <ac:spMk id="3" creationId="{8D8C9C31-ED25-DB15-D832-18BDF663E785}"/>
          </ac:spMkLst>
        </pc:spChg>
        <pc:spChg chg="del">
          <ac:chgData name="Shauna Kirwan Kelly" userId="S::x23442262@student.ncirl.ie::ece712e5-b882-4b5c-85d9-5bfb3510f27d" providerId="AD" clId="Web-{2DDA0B08-53F8-6D8E-7BC4-C5ED4493B5B5}" dt="2025-10-06T14:34:08.801" v="422"/>
          <ac:spMkLst>
            <pc:docMk/>
            <pc:sldMk cId="829282444" sldId="274"/>
            <ac:spMk id="4" creationId="{8C8C7D4F-8379-0628-11E7-CE8AE23D9183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4:40.726" v="427"/>
          <ac:spMkLst>
            <pc:docMk/>
            <pc:sldMk cId="829282444" sldId="274"/>
            <ac:spMk id="9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4:40.726" v="427"/>
          <ac:spMkLst>
            <pc:docMk/>
            <pc:sldMk cId="829282444" sldId="274"/>
            <ac:spMk id="11" creationId="{FB1CD9BE-93F1-ED44-946B-8354D74B0B9F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4:40.726" v="427"/>
          <ac:spMkLst>
            <pc:docMk/>
            <pc:sldMk cId="829282444" sldId="274"/>
            <ac:spMk id="13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4:40.726" v="427"/>
          <ac:spMkLst>
            <pc:docMk/>
            <pc:sldMk cId="829282444" sldId="274"/>
            <ac:spMk id="15" creationId="{D269DB01-9C3C-7841-B8E8-6FDFEF70CB7D}"/>
          </ac:spMkLst>
        </pc:spChg>
        <pc:graphicFrameChg chg="add">
          <ac:chgData name="Shauna Kirwan Kelly" userId="S::x23442262@student.ncirl.ie::ece712e5-b882-4b5c-85d9-5bfb3510f27d" providerId="AD" clId="Web-{2DDA0B08-53F8-6D8E-7BC4-C5ED4493B5B5}" dt="2025-10-06T14:34:40.726" v="427"/>
          <ac:graphicFrameMkLst>
            <pc:docMk/>
            <pc:sldMk cId="829282444" sldId="274"/>
            <ac:graphicFrameMk id="5" creationId="{725748FE-DC93-243C-86F3-C6C6D2D5D83E}"/>
          </ac:graphicFrameMkLst>
        </pc:graphicFrameChg>
      </pc:sldChg>
      <pc:sldChg chg="del">
        <pc:chgData name="Shauna Kirwan Kelly" userId="S::x23442262@student.ncirl.ie::ece712e5-b882-4b5c-85d9-5bfb3510f27d" providerId="AD" clId="Web-{2DDA0B08-53F8-6D8E-7BC4-C5ED4493B5B5}" dt="2025-10-06T14:34:46.023" v="428"/>
        <pc:sldMkLst>
          <pc:docMk/>
          <pc:sldMk cId="1231236954" sldId="275"/>
        </pc:sldMkLst>
      </pc:sldChg>
      <pc:sldChg chg="del">
        <pc:chgData name="Shauna Kirwan Kelly" userId="S::x23442262@student.ncirl.ie::ece712e5-b882-4b5c-85d9-5bfb3510f27d" providerId="AD" clId="Web-{2DDA0B08-53F8-6D8E-7BC4-C5ED4493B5B5}" dt="2025-10-06T14:34:48.102" v="429"/>
        <pc:sldMkLst>
          <pc:docMk/>
          <pc:sldMk cId="2364400779" sldId="276"/>
        </pc:sldMkLst>
      </pc:sldChg>
      <pc:sldChg chg="modSp add del replId">
        <pc:chgData name="Shauna Kirwan Kelly" userId="S::x23442262@student.ncirl.ie::ece712e5-b882-4b5c-85d9-5bfb3510f27d" providerId="AD" clId="Web-{2DDA0B08-53F8-6D8E-7BC4-C5ED4493B5B5}" dt="2025-10-06T14:15:16.882" v="138"/>
        <pc:sldMkLst>
          <pc:docMk/>
          <pc:sldMk cId="132037377" sldId="277"/>
        </pc:sldMkLst>
        <pc:graphicFrameChg chg="modGraphic">
          <ac:chgData name="Shauna Kirwan Kelly" userId="S::x23442262@student.ncirl.ie::ece712e5-b882-4b5c-85d9-5bfb3510f27d" providerId="AD" clId="Web-{2DDA0B08-53F8-6D8E-7BC4-C5ED4493B5B5}" dt="2025-10-06T13:59:52.645" v="58" actId="20577"/>
          <ac:graphicFrameMkLst>
            <pc:docMk/>
            <pc:sldMk cId="132037377" sldId="277"/>
            <ac:graphicFrameMk id="7" creationId="{4ADEE4B6-D6FA-AF36-3876-2E54CAFF891C}"/>
          </ac:graphicFrameMkLst>
        </pc:graphicFrameChg>
      </pc:sldChg>
      <pc:sldChg chg="addSp delSp modSp add del replId">
        <pc:chgData name="Shauna Kirwan Kelly" userId="S::x23442262@student.ncirl.ie::ece712e5-b882-4b5c-85d9-5bfb3510f27d" providerId="AD" clId="Web-{2DDA0B08-53F8-6D8E-7BC4-C5ED4493B5B5}" dt="2025-10-06T14:16:14.821" v="190"/>
        <pc:sldMkLst>
          <pc:docMk/>
          <pc:sldMk cId="2594477214" sldId="278"/>
        </pc:sldMkLst>
        <pc:spChg chg="add mod">
          <ac:chgData name="Shauna Kirwan Kelly" userId="S::x23442262@student.ncirl.ie::ece712e5-b882-4b5c-85d9-5bfb3510f27d" providerId="AD" clId="Web-{2DDA0B08-53F8-6D8E-7BC4-C5ED4493B5B5}" dt="2025-10-06T14:07:58.593" v="87" actId="20577"/>
          <ac:spMkLst>
            <pc:docMk/>
            <pc:sldMk cId="2594477214" sldId="278"/>
            <ac:spMk id="185" creationId="{CA0F88AF-1B1B-11CF-DBA1-DEFC6E7B265B}"/>
          </ac:spMkLst>
        </pc:spChg>
        <pc:graphicFrameChg chg="del mod modGraphic">
          <ac:chgData name="Shauna Kirwan Kelly" userId="S::x23442262@student.ncirl.ie::ece712e5-b882-4b5c-85d9-5bfb3510f27d" providerId="AD" clId="Web-{2DDA0B08-53F8-6D8E-7BC4-C5ED4493B5B5}" dt="2025-10-06T14:07:38.436" v="81"/>
          <ac:graphicFrameMkLst>
            <pc:docMk/>
            <pc:sldMk cId="2594477214" sldId="278"/>
            <ac:graphicFrameMk id="7" creationId="{065070AA-187A-34A0-8C25-60C46EDB3877}"/>
          </ac:graphicFrameMkLst>
        </pc:graphicFrameChg>
        <pc:graphicFrameChg chg="add del mod">
          <ac:chgData name="Shauna Kirwan Kelly" userId="S::x23442262@student.ncirl.ie::ece712e5-b882-4b5c-85d9-5bfb3510f27d" providerId="AD" clId="Web-{2DDA0B08-53F8-6D8E-7BC4-C5ED4493B5B5}" dt="2025-10-06T14:05:46.370" v="72"/>
          <ac:graphicFrameMkLst>
            <pc:docMk/>
            <pc:sldMk cId="2594477214" sldId="278"/>
            <ac:graphicFrameMk id="107" creationId="{1198ECC4-C5C2-675F-B27D-DAFED8DA7816}"/>
          </ac:graphicFrameMkLst>
        </pc:graphicFrameChg>
        <pc:graphicFrameChg chg="add modGraphic">
          <ac:chgData name="Shauna Kirwan Kelly" userId="S::x23442262@student.ncirl.ie::ece712e5-b882-4b5c-85d9-5bfb3510f27d" providerId="AD" clId="Web-{2DDA0B08-53F8-6D8E-7BC4-C5ED4493B5B5}" dt="2025-10-06T14:09:47.549" v="101" actId="20577"/>
          <ac:graphicFrameMkLst>
            <pc:docMk/>
            <pc:sldMk cId="2594477214" sldId="278"/>
            <ac:graphicFrameMk id="187" creationId="{5E28F937-C538-301F-6127-06095EA2830D}"/>
          </ac:graphicFrameMkLst>
        </pc:graphicFrameChg>
      </pc:sldChg>
      <pc:sldChg chg="modSp add replId">
        <pc:chgData name="Shauna Kirwan Kelly" userId="S::x23442262@student.ncirl.ie::ece712e5-b882-4b5c-85d9-5bfb3510f27d" providerId="AD" clId="Web-{2DDA0B08-53F8-6D8E-7BC4-C5ED4493B5B5}" dt="2025-10-06T14:13:26.724" v="122" actId="20577"/>
        <pc:sldMkLst>
          <pc:docMk/>
          <pc:sldMk cId="417961332" sldId="279"/>
        </pc:sldMkLst>
        <pc:graphicFrameChg chg="modGraphic">
          <ac:chgData name="Shauna Kirwan Kelly" userId="S::x23442262@student.ncirl.ie::ece712e5-b882-4b5c-85d9-5bfb3510f27d" providerId="AD" clId="Web-{2DDA0B08-53F8-6D8E-7BC4-C5ED4493B5B5}" dt="2025-10-06T14:13:26.724" v="122" actId="20577"/>
          <ac:graphicFrameMkLst>
            <pc:docMk/>
            <pc:sldMk cId="417961332" sldId="279"/>
            <ac:graphicFrameMk id="9" creationId="{2F444E14-8BB8-1355-BA8E-5E0B3D28AA28}"/>
          </ac:graphicFrameMkLst>
        </pc:graphicFrameChg>
      </pc:sldChg>
      <pc:sldChg chg="modSp add replId">
        <pc:chgData name="Shauna Kirwan Kelly" userId="S::x23442262@student.ncirl.ie::ece712e5-b882-4b5c-85d9-5bfb3510f27d" providerId="AD" clId="Web-{2DDA0B08-53F8-6D8E-7BC4-C5ED4493B5B5}" dt="2025-10-06T14:15:14.523" v="137" actId="20577"/>
        <pc:sldMkLst>
          <pc:docMk/>
          <pc:sldMk cId="361463033" sldId="280"/>
        </pc:sldMkLst>
        <pc:graphicFrameChg chg="modGraphic">
          <ac:chgData name="Shauna Kirwan Kelly" userId="S::x23442262@student.ncirl.ie::ece712e5-b882-4b5c-85d9-5bfb3510f27d" providerId="AD" clId="Web-{2DDA0B08-53F8-6D8E-7BC4-C5ED4493B5B5}" dt="2025-10-06T14:15:14.523" v="137" actId="20577"/>
          <ac:graphicFrameMkLst>
            <pc:docMk/>
            <pc:sldMk cId="361463033" sldId="280"/>
            <ac:graphicFrameMk id="9" creationId="{C0716BA8-C106-4382-D750-E8E156C2147F}"/>
          </ac:graphicFrameMkLst>
        </pc:graphicFrameChg>
      </pc:sldChg>
      <pc:sldChg chg="modSp add del replId">
        <pc:chgData name="Shauna Kirwan Kelly" userId="S::x23442262@student.ncirl.ie::ece712e5-b882-4b5c-85d9-5bfb3510f27d" providerId="AD" clId="Web-{2DDA0B08-53F8-6D8E-7BC4-C5ED4493B5B5}" dt="2025-10-06T14:13:55.522" v="129"/>
        <pc:sldMkLst>
          <pc:docMk/>
          <pc:sldMk cId="1442265226" sldId="280"/>
        </pc:sldMkLst>
        <pc:graphicFrameChg chg="modGraphic">
          <ac:chgData name="Shauna Kirwan Kelly" userId="S::x23442262@student.ncirl.ie::ece712e5-b882-4b5c-85d9-5bfb3510f27d" providerId="AD" clId="Web-{2DDA0B08-53F8-6D8E-7BC4-C5ED4493B5B5}" dt="2025-10-06T14:13:55.178" v="128" actId="20577"/>
          <ac:graphicFrameMkLst>
            <pc:docMk/>
            <pc:sldMk cId="1442265226" sldId="280"/>
            <ac:graphicFrameMk id="9" creationId="{136F61A8-1826-CA4C-4D44-03F9CA71F082}"/>
          </ac:graphicFrameMkLst>
        </pc:graphicFrameChg>
      </pc:sldChg>
      <pc:sldChg chg="modSp add replId">
        <pc:chgData name="Shauna Kirwan Kelly" userId="S::x23442262@student.ncirl.ie::ece712e5-b882-4b5c-85d9-5bfb3510f27d" providerId="AD" clId="Web-{2DDA0B08-53F8-6D8E-7BC4-C5ED4493B5B5}" dt="2025-10-06T14:16:11.524" v="189" actId="20577"/>
        <pc:sldMkLst>
          <pc:docMk/>
          <pc:sldMk cId="335086155" sldId="281"/>
        </pc:sldMkLst>
        <pc:graphicFrameChg chg="modGraphic">
          <ac:chgData name="Shauna Kirwan Kelly" userId="S::x23442262@student.ncirl.ie::ece712e5-b882-4b5c-85d9-5bfb3510f27d" providerId="AD" clId="Web-{2DDA0B08-53F8-6D8E-7BC4-C5ED4493B5B5}" dt="2025-10-06T14:16:11.524" v="189" actId="20577"/>
          <ac:graphicFrameMkLst>
            <pc:docMk/>
            <pc:sldMk cId="335086155" sldId="281"/>
            <ac:graphicFrameMk id="9" creationId="{F0C55CAA-6019-A93F-F11C-8F4A55C82576}"/>
          </ac:graphicFrameMkLst>
        </pc:graphicFrameChg>
      </pc:sldChg>
      <pc:sldChg chg="addSp delSp modSp new mod setBg">
        <pc:chgData name="Shauna Kirwan Kelly" userId="S::x23442262@student.ncirl.ie::ece712e5-b882-4b5c-85d9-5bfb3510f27d" providerId="AD" clId="Web-{2DDA0B08-53F8-6D8E-7BC4-C5ED4493B5B5}" dt="2025-10-06T14:35:30.371" v="435"/>
        <pc:sldMkLst>
          <pc:docMk/>
          <pc:sldMk cId="3689990048" sldId="282"/>
        </pc:sldMkLst>
        <pc:spChg chg="mod">
          <ac:chgData name="Shauna Kirwan Kelly" userId="S::x23442262@student.ncirl.ie::ece712e5-b882-4b5c-85d9-5bfb3510f27d" providerId="AD" clId="Web-{2DDA0B08-53F8-6D8E-7BC4-C5ED4493B5B5}" dt="2025-10-06T14:35:30.371" v="435"/>
          <ac:spMkLst>
            <pc:docMk/>
            <pc:sldMk cId="3689990048" sldId="282"/>
            <ac:spMk id="2" creationId="{76BD5585-4D38-5BE5-D2A6-FB05F27D9C46}"/>
          </ac:spMkLst>
        </pc:spChg>
        <pc:spChg chg="del mod">
          <ac:chgData name="Shauna Kirwan Kelly" userId="S::x23442262@student.ncirl.ie::ece712e5-b882-4b5c-85d9-5bfb3510f27d" providerId="AD" clId="Web-{2DDA0B08-53F8-6D8E-7BC4-C5ED4493B5B5}" dt="2025-10-06T14:35:30.371" v="435"/>
          <ac:spMkLst>
            <pc:docMk/>
            <pc:sldMk cId="3689990048" sldId="282"/>
            <ac:spMk id="3" creationId="{4C61D992-E7E4-E20D-8590-2F85B7DF6774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5:30.371" v="435"/>
          <ac:spMkLst>
            <pc:docMk/>
            <pc:sldMk cId="3689990048" sldId="282"/>
            <ac:spMk id="9" creationId="{579E3846-8D0B-B14A-817A-7FAC9DDAB4D8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5:30.371" v="435"/>
          <ac:spMkLst>
            <pc:docMk/>
            <pc:sldMk cId="3689990048" sldId="282"/>
            <ac:spMk id="11" creationId="{882E6E09-FCB0-5F41-8BAE-C0581D54B5FD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5:30.371" v="435"/>
          <ac:spMkLst>
            <pc:docMk/>
            <pc:sldMk cId="3689990048" sldId="282"/>
            <ac:spMk id="13" creationId="{BE8B9AAF-3BFF-3546-915C-8BDE34AD7C89}"/>
          </ac:spMkLst>
        </pc:spChg>
        <pc:spChg chg="add">
          <ac:chgData name="Shauna Kirwan Kelly" userId="S::x23442262@student.ncirl.ie::ece712e5-b882-4b5c-85d9-5bfb3510f27d" providerId="AD" clId="Web-{2DDA0B08-53F8-6D8E-7BC4-C5ED4493B5B5}" dt="2025-10-06T14:35:30.371" v="435"/>
          <ac:spMkLst>
            <pc:docMk/>
            <pc:sldMk cId="3689990048" sldId="282"/>
            <ac:spMk id="15" creationId="{90012D5C-1270-714B-AFB4-7E632827BA5B}"/>
          </ac:spMkLst>
        </pc:spChg>
        <pc:graphicFrameChg chg="add">
          <ac:chgData name="Shauna Kirwan Kelly" userId="S::x23442262@student.ncirl.ie::ece712e5-b882-4b5c-85d9-5bfb3510f27d" providerId="AD" clId="Web-{2DDA0B08-53F8-6D8E-7BC4-C5ED4493B5B5}" dt="2025-10-06T14:35:30.371" v="435"/>
          <ac:graphicFrameMkLst>
            <pc:docMk/>
            <pc:sldMk cId="3689990048" sldId="282"/>
            <ac:graphicFrameMk id="5" creationId="{202ED5D9-7CB0-BC1D-AE5E-EABAF55AFBD4}"/>
          </ac:graphicFrameMkLst>
        </pc:graphicFrameChg>
      </pc:sldChg>
    </pc:docChg>
  </pc:docChgLst>
  <pc:docChgLst>
    <pc:chgData name="Linru Wang" userId="S::x23177152@student.ncirl.ie::32b7eb60-a4d7-4dd8-ad66-4b12dbbab374" providerId="AD" clId="Web-{E23827B1-73CD-7568-A8E7-E9F2370C98EE}"/>
    <pc:docChg chg="modSld">
      <pc:chgData name="Linru Wang" userId="S::x23177152@student.ncirl.ie::32b7eb60-a4d7-4dd8-ad66-4b12dbbab374" providerId="AD" clId="Web-{E23827B1-73CD-7568-A8E7-E9F2370C98EE}" dt="2025-10-06T15:26:26.076" v="494" actId="14100"/>
      <pc:docMkLst>
        <pc:docMk/>
      </pc:docMkLst>
      <pc:sldChg chg="modSp">
        <pc:chgData name="Linru Wang" userId="S::x23177152@student.ncirl.ie::32b7eb60-a4d7-4dd8-ad66-4b12dbbab374" providerId="AD" clId="Web-{E23827B1-73CD-7568-A8E7-E9F2370C98EE}" dt="2025-10-06T15:09:40.754" v="329" actId="20577"/>
        <pc:sldMkLst>
          <pc:docMk/>
          <pc:sldMk cId="443872703" sldId="257"/>
        </pc:sldMkLst>
        <pc:spChg chg="mod">
          <ac:chgData name="Linru Wang" userId="S::x23177152@student.ncirl.ie::32b7eb60-a4d7-4dd8-ad66-4b12dbbab374" providerId="AD" clId="Web-{E23827B1-73CD-7568-A8E7-E9F2370C98EE}" dt="2025-10-06T15:09:40.754" v="329" actId="20577"/>
          <ac:spMkLst>
            <pc:docMk/>
            <pc:sldMk cId="443872703" sldId="257"/>
            <ac:spMk id="4" creationId="{71BAD8AB-07A8-1EFC-3657-68908F3B9A95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08:36.455" v="326" actId="20577"/>
          <ac:graphicFrameMkLst>
            <pc:docMk/>
            <pc:sldMk cId="443872703" sldId="257"/>
            <ac:graphicFrameMk id="9" creationId="{CFA3B196-313C-AB93-0953-D197BCD6EB60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09:52.771" v="331" actId="20577"/>
        <pc:sldMkLst>
          <pc:docMk/>
          <pc:sldMk cId="975254135" sldId="258"/>
        </pc:sldMkLst>
        <pc:spChg chg="mod">
          <ac:chgData name="Linru Wang" userId="S::x23177152@student.ncirl.ie::32b7eb60-a4d7-4dd8-ad66-4b12dbbab374" providerId="AD" clId="Web-{E23827B1-73CD-7568-A8E7-E9F2370C98EE}" dt="2025-10-06T15:09:52.771" v="331" actId="20577"/>
          <ac:spMkLst>
            <pc:docMk/>
            <pc:sldMk cId="975254135" sldId="258"/>
            <ac:spMk id="4" creationId="{0CA15644-2FEE-5065-3A6A-F4E73694506C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07:51.106" v="313" actId="20577"/>
          <ac:graphicFrameMkLst>
            <pc:docMk/>
            <pc:sldMk cId="975254135" sldId="258"/>
            <ac:graphicFrameMk id="9" creationId="{53FF56E1-32EA-4551-E365-D6785C799827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09:10.394" v="327" actId="20577"/>
        <pc:sldMkLst>
          <pc:docMk/>
          <pc:sldMk cId="3682580992" sldId="259"/>
        </pc:sldMkLst>
        <pc:spChg chg="mod">
          <ac:chgData name="Linru Wang" userId="S::x23177152@student.ncirl.ie::32b7eb60-a4d7-4dd8-ad66-4b12dbbab374" providerId="AD" clId="Web-{E23827B1-73CD-7568-A8E7-E9F2370C98EE}" dt="2025-10-06T15:09:10.394" v="327" actId="20577"/>
          <ac:spMkLst>
            <pc:docMk/>
            <pc:sldMk cId="3682580992" sldId="259"/>
            <ac:spMk id="2" creationId="{8294768C-EE4D-E9EB-BF3A-8BEA78BE8F8D}"/>
          </ac:spMkLst>
        </pc:spChg>
      </pc:sldChg>
      <pc:sldChg chg="modSp">
        <pc:chgData name="Linru Wang" userId="S::x23177152@student.ncirl.ie::32b7eb60-a4d7-4dd8-ad66-4b12dbbab374" providerId="AD" clId="Web-{E23827B1-73CD-7568-A8E7-E9F2370C98EE}" dt="2025-10-06T15:13:44.636" v="364" actId="20577"/>
        <pc:sldMkLst>
          <pc:docMk/>
          <pc:sldMk cId="3925760032" sldId="261"/>
        </pc:sldMkLst>
        <pc:graphicFrameChg chg="modGraphic">
          <ac:chgData name="Linru Wang" userId="S::x23177152@student.ncirl.ie::32b7eb60-a4d7-4dd8-ad66-4b12dbbab374" providerId="AD" clId="Web-{E23827B1-73CD-7568-A8E7-E9F2370C98EE}" dt="2025-10-06T15:13:44.636" v="364" actId="20577"/>
          <ac:graphicFrameMkLst>
            <pc:docMk/>
            <pc:sldMk cId="3925760032" sldId="261"/>
            <ac:graphicFrameMk id="25" creationId="{A7BE7866-52B3-698C-F3DA-2CB91155A9EC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4:12.045" v="367" actId="20577"/>
        <pc:sldMkLst>
          <pc:docMk/>
          <pc:sldMk cId="3708847860" sldId="262"/>
        </pc:sldMkLst>
        <pc:graphicFrameChg chg="modGraphic">
          <ac:chgData name="Linru Wang" userId="S::x23177152@student.ncirl.ie::32b7eb60-a4d7-4dd8-ad66-4b12dbbab374" providerId="AD" clId="Web-{E23827B1-73CD-7568-A8E7-E9F2370C98EE}" dt="2025-10-06T15:14:12.045" v="367" actId="20577"/>
          <ac:graphicFrameMkLst>
            <pc:docMk/>
            <pc:sldMk cId="3708847860" sldId="262"/>
            <ac:graphicFrameMk id="7" creationId="{39A0B632-C8FB-19BD-3C68-609B9D125A12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5:25.207" v="370" actId="20577"/>
        <pc:sldMkLst>
          <pc:docMk/>
          <pc:sldMk cId="1927820597" sldId="263"/>
        </pc:sldMkLst>
        <pc:spChg chg="mod">
          <ac:chgData name="Linru Wang" userId="S::x23177152@student.ncirl.ie::32b7eb60-a4d7-4dd8-ad66-4b12dbbab374" providerId="AD" clId="Web-{E23827B1-73CD-7568-A8E7-E9F2370C98EE}" dt="2025-10-06T15:14:43.251" v="368" actId="20577"/>
          <ac:spMkLst>
            <pc:docMk/>
            <pc:sldMk cId="1927820597" sldId="263"/>
            <ac:spMk id="2" creationId="{A1BDE982-DC94-94E1-CA3E-FBF6CB27D997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15:25.207" v="370" actId="20577"/>
          <ac:graphicFrameMkLst>
            <pc:docMk/>
            <pc:sldMk cId="1927820597" sldId="263"/>
            <ac:graphicFrameMk id="5" creationId="{9859A614-017D-651B-3078-B3DFFCE62A8F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5:42.833" v="373" actId="20577"/>
        <pc:sldMkLst>
          <pc:docMk/>
          <pc:sldMk cId="1516521564" sldId="264"/>
        </pc:sldMkLst>
        <pc:spChg chg="mod">
          <ac:chgData name="Linru Wang" userId="S::x23177152@student.ncirl.ie::32b7eb60-a4d7-4dd8-ad66-4b12dbbab374" providerId="AD" clId="Web-{E23827B1-73CD-7568-A8E7-E9F2370C98EE}" dt="2025-10-06T15:15:31.489" v="371" actId="20577"/>
          <ac:spMkLst>
            <pc:docMk/>
            <pc:sldMk cId="1516521564" sldId="264"/>
            <ac:spMk id="2" creationId="{221EADDA-F31C-AEED-A2DE-4ADDE6748F31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15:42.833" v="373" actId="20577"/>
          <ac:graphicFrameMkLst>
            <pc:docMk/>
            <pc:sldMk cId="1516521564" sldId="264"/>
            <ac:graphicFrameMk id="5" creationId="{EE6B6362-942F-5D0C-D4DA-76031A6B2933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5:59.349" v="376" actId="20577"/>
        <pc:sldMkLst>
          <pc:docMk/>
          <pc:sldMk cId="2238760662" sldId="265"/>
        </pc:sldMkLst>
        <pc:spChg chg="mod">
          <ac:chgData name="Linru Wang" userId="S::x23177152@student.ncirl.ie::32b7eb60-a4d7-4dd8-ad66-4b12dbbab374" providerId="AD" clId="Web-{E23827B1-73CD-7568-A8E7-E9F2370C98EE}" dt="2025-10-06T15:15:48.208" v="374" actId="20577"/>
          <ac:spMkLst>
            <pc:docMk/>
            <pc:sldMk cId="2238760662" sldId="265"/>
            <ac:spMk id="2" creationId="{A4DEBD48-9B08-A133-B8DD-9CFFEA2A64B1}"/>
          </ac:spMkLst>
        </pc:spChg>
        <pc:spChg chg="mod">
          <ac:chgData name="Linru Wang" userId="S::x23177152@student.ncirl.ie::32b7eb60-a4d7-4dd8-ad66-4b12dbbab374" providerId="AD" clId="Web-{E23827B1-73CD-7568-A8E7-E9F2370C98EE}" dt="2025-10-06T15:15:59.349" v="376" actId="20577"/>
          <ac:spMkLst>
            <pc:docMk/>
            <pc:sldMk cId="2238760662" sldId="265"/>
            <ac:spMk id="3" creationId="{6AA2BD01-379F-3ABB-BA4F-16EA8B844E43}"/>
          </ac:spMkLst>
        </pc:spChg>
      </pc:sldChg>
      <pc:sldChg chg="modSp">
        <pc:chgData name="Linru Wang" userId="S::x23177152@student.ncirl.ie::32b7eb60-a4d7-4dd8-ad66-4b12dbbab374" providerId="AD" clId="Web-{E23827B1-73CD-7568-A8E7-E9F2370C98EE}" dt="2025-10-06T15:17:03.647" v="380" actId="20577"/>
        <pc:sldMkLst>
          <pc:docMk/>
          <pc:sldMk cId="4015301901" sldId="266"/>
        </pc:sldMkLst>
        <pc:spChg chg="mod">
          <ac:chgData name="Linru Wang" userId="S::x23177152@student.ncirl.ie::32b7eb60-a4d7-4dd8-ad66-4b12dbbab374" providerId="AD" clId="Web-{E23827B1-73CD-7568-A8E7-E9F2370C98EE}" dt="2025-10-06T15:16:05.412" v="378" actId="20577"/>
          <ac:spMkLst>
            <pc:docMk/>
            <pc:sldMk cId="4015301901" sldId="266"/>
            <ac:spMk id="2" creationId="{7BB7EB46-A608-8F34-D5B5-AABE404D76DC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17:03.647" v="380" actId="20577"/>
          <ac:graphicFrameMkLst>
            <pc:docMk/>
            <pc:sldMk cId="4015301901" sldId="266"/>
            <ac:graphicFrameMk id="5" creationId="{1CE66F0D-5BD7-17C6-461A-48F1743DC598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7:31.773" v="388" actId="20577"/>
        <pc:sldMkLst>
          <pc:docMk/>
          <pc:sldMk cId="2061353350" sldId="267"/>
        </pc:sldMkLst>
        <pc:spChg chg="mod">
          <ac:chgData name="Linru Wang" userId="S::x23177152@student.ncirl.ie::32b7eb60-a4d7-4dd8-ad66-4b12dbbab374" providerId="AD" clId="Web-{E23827B1-73CD-7568-A8E7-E9F2370C98EE}" dt="2025-10-06T15:17:09.554" v="381" actId="20577"/>
          <ac:spMkLst>
            <pc:docMk/>
            <pc:sldMk cId="2061353350" sldId="267"/>
            <ac:spMk id="2" creationId="{4DC24804-0385-8815-926B-636FBE42F764}"/>
          </ac:spMkLst>
        </pc:spChg>
        <pc:spChg chg="mod">
          <ac:chgData name="Linru Wang" userId="S::x23177152@student.ncirl.ie::32b7eb60-a4d7-4dd8-ad66-4b12dbbab374" providerId="AD" clId="Web-{E23827B1-73CD-7568-A8E7-E9F2370C98EE}" dt="2025-10-06T15:17:31.773" v="388" actId="20577"/>
          <ac:spMkLst>
            <pc:docMk/>
            <pc:sldMk cId="2061353350" sldId="267"/>
            <ac:spMk id="3" creationId="{86481587-F714-2764-D64E-2B068E8A2866}"/>
          </ac:spMkLst>
        </pc:spChg>
      </pc:sldChg>
      <pc:sldChg chg="modSp">
        <pc:chgData name="Linru Wang" userId="S::x23177152@student.ncirl.ie::32b7eb60-a4d7-4dd8-ad66-4b12dbbab374" providerId="AD" clId="Web-{E23827B1-73CD-7568-A8E7-E9F2370C98EE}" dt="2025-10-06T15:17:56.273" v="391" actId="20577"/>
        <pc:sldMkLst>
          <pc:docMk/>
          <pc:sldMk cId="3015635898" sldId="268"/>
        </pc:sldMkLst>
        <pc:spChg chg="mod">
          <ac:chgData name="Linru Wang" userId="S::x23177152@student.ncirl.ie::32b7eb60-a4d7-4dd8-ad66-4b12dbbab374" providerId="AD" clId="Web-{E23827B1-73CD-7568-A8E7-E9F2370C98EE}" dt="2025-10-06T15:17:45.585" v="389" actId="20577"/>
          <ac:spMkLst>
            <pc:docMk/>
            <pc:sldMk cId="3015635898" sldId="268"/>
            <ac:spMk id="2" creationId="{AA8B9AB9-66EC-33DF-9325-DE6FE5EE138D}"/>
          </ac:spMkLst>
        </pc:spChg>
        <pc:spChg chg="mod">
          <ac:chgData name="Linru Wang" userId="S::x23177152@student.ncirl.ie::32b7eb60-a4d7-4dd8-ad66-4b12dbbab374" providerId="AD" clId="Web-{E23827B1-73CD-7568-A8E7-E9F2370C98EE}" dt="2025-10-06T15:17:56.273" v="391" actId="20577"/>
          <ac:spMkLst>
            <pc:docMk/>
            <pc:sldMk cId="3015635898" sldId="268"/>
            <ac:spMk id="3" creationId="{AAE0FBF8-A9AC-CE19-2797-06AF6FA921F9}"/>
          </ac:spMkLst>
        </pc:spChg>
      </pc:sldChg>
      <pc:sldChg chg="modSp">
        <pc:chgData name="Linru Wang" userId="S::x23177152@student.ncirl.ie::32b7eb60-a4d7-4dd8-ad66-4b12dbbab374" providerId="AD" clId="Web-{E23827B1-73CD-7568-A8E7-E9F2370C98EE}" dt="2025-10-06T15:18:19.149" v="393" actId="20577"/>
        <pc:sldMkLst>
          <pc:docMk/>
          <pc:sldMk cId="813730159" sldId="269"/>
        </pc:sldMkLst>
        <pc:spChg chg="mod">
          <ac:chgData name="Linru Wang" userId="S::x23177152@student.ncirl.ie::32b7eb60-a4d7-4dd8-ad66-4b12dbbab374" providerId="AD" clId="Web-{E23827B1-73CD-7568-A8E7-E9F2370C98EE}" dt="2025-10-06T15:18:19.149" v="393" actId="20577"/>
          <ac:spMkLst>
            <pc:docMk/>
            <pc:sldMk cId="813730159" sldId="269"/>
            <ac:spMk id="3" creationId="{0EBD7001-B341-9EAC-6D8F-8DDCA74E4650}"/>
          </ac:spMkLst>
        </pc:spChg>
      </pc:sldChg>
      <pc:sldChg chg="modSp">
        <pc:chgData name="Linru Wang" userId="S::x23177152@student.ncirl.ie::32b7eb60-a4d7-4dd8-ad66-4b12dbbab374" providerId="AD" clId="Web-{E23827B1-73CD-7568-A8E7-E9F2370C98EE}" dt="2025-10-06T15:18:53.478" v="396" actId="20577"/>
        <pc:sldMkLst>
          <pc:docMk/>
          <pc:sldMk cId="3597802329" sldId="270"/>
        </pc:sldMkLst>
        <pc:spChg chg="mod">
          <ac:chgData name="Linru Wang" userId="S::x23177152@student.ncirl.ie::32b7eb60-a4d7-4dd8-ad66-4b12dbbab374" providerId="AD" clId="Web-{E23827B1-73CD-7568-A8E7-E9F2370C98EE}" dt="2025-10-06T15:18:35.962" v="394" actId="20577"/>
          <ac:spMkLst>
            <pc:docMk/>
            <pc:sldMk cId="3597802329" sldId="270"/>
            <ac:spMk id="47" creationId="{12D2231D-71BD-C288-F9B9-5FF1D5A9DE01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18:53.478" v="396" actId="20577"/>
          <ac:graphicFrameMkLst>
            <pc:docMk/>
            <pc:sldMk cId="3597802329" sldId="270"/>
            <ac:graphicFrameMk id="7" creationId="{A43DEDE9-FD6D-D1ED-BC18-8F7523DF2A0C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9:08.353" v="398" actId="20577"/>
        <pc:sldMkLst>
          <pc:docMk/>
          <pc:sldMk cId="4186962268" sldId="271"/>
        </pc:sldMkLst>
        <pc:graphicFrameChg chg="modGraphic">
          <ac:chgData name="Linru Wang" userId="S::x23177152@student.ncirl.ie::32b7eb60-a4d7-4dd8-ad66-4b12dbbab374" providerId="AD" clId="Web-{E23827B1-73CD-7568-A8E7-E9F2370C98EE}" dt="2025-10-06T15:19:08.353" v="398" actId="20577"/>
          <ac:graphicFrameMkLst>
            <pc:docMk/>
            <pc:sldMk cId="4186962268" sldId="271"/>
            <ac:graphicFrameMk id="42" creationId="{52C9F95F-76DE-E742-66AD-82A52CA43E39}"/>
          </ac:graphicFrameMkLst>
        </pc:graphicFrameChg>
      </pc:sldChg>
      <pc:sldChg chg="addSp delSp modSp">
        <pc:chgData name="Linru Wang" userId="S::x23177152@student.ncirl.ie::32b7eb60-a4d7-4dd8-ad66-4b12dbbab374" providerId="AD" clId="Web-{E23827B1-73CD-7568-A8E7-E9F2370C98EE}" dt="2025-10-06T15:26:26.076" v="494" actId="14100"/>
        <pc:sldMkLst>
          <pc:docMk/>
          <pc:sldMk cId="2806610232" sldId="272"/>
        </pc:sldMkLst>
        <pc:spChg chg="mod">
          <ac:chgData name="Linru Wang" userId="S::x23177152@student.ncirl.ie::32b7eb60-a4d7-4dd8-ad66-4b12dbbab374" providerId="AD" clId="Web-{E23827B1-73CD-7568-A8E7-E9F2370C98EE}" dt="2025-10-06T15:26:26.076" v="494" actId="14100"/>
          <ac:spMkLst>
            <pc:docMk/>
            <pc:sldMk cId="2806610232" sldId="272"/>
            <ac:spMk id="2" creationId="{34571D54-2351-EC67-F011-0960B58825CB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4:42:53.524" v="21"/>
          <ac:spMkLst>
            <pc:docMk/>
            <pc:sldMk cId="2806610232" sldId="272"/>
            <ac:spMk id="3" creationId="{075195D2-C916-F232-C788-16FC2DFAB5E6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4:43:25.478" v="23"/>
          <ac:spMkLst>
            <pc:docMk/>
            <pc:sldMk cId="2806610232" sldId="272"/>
            <ac:spMk id="4" creationId="{1C97825B-D6E0-D114-937F-033A86FAB17A}"/>
          </ac:spMkLst>
        </pc:spChg>
        <pc:spChg chg="mod">
          <ac:chgData name="Linru Wang" userId="S::x23177152@student.ncirl.ie::32b7eb60-a4d7-4dd8-ad66-4b12dbbab374" providerId="AD" clId="Web-{E23827B1-73CD-7568-A8E7-E9F2370C98EE}" dt="2025-10-06T15:04:10.068" v="235" actId="1076"/>
          <ac:spMkLst>
            <pc:docMk/>
            <pc:sldMk cId="2806610232" sldId="272"/>
            <ac:spMk id="5" creationId="{CCA871CF-775D-B803-96CA-235B959B8958}"/>
          </ac:spMkLst>
        </pc:spChg>
        <pc:spChg chg="add mod">
          <ac:chgData name="Linru Wang" userId="S::x23177152@student.ncirl.ie::32b7eb60-a4d7-4dd8-ad66-4b12dbbab374" providerId="AD" clId="Web-{E23827B1-73CD-7568-A8E7-E9F2370C98EE}" dt="2025-10-06T15:21:50.418" v="416" actId="1076"/>
          <ac:spMkLst>
            <pc:docMk/>
            <pc:sldMk cId="2806610232" sldId="272"/>
            <ac:spMk id="7" creationId="{5AB876E5-F10F-5EB1-A152-CEF576522204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2:45.773" v="20"/>
          <ac:spMkLst>
            <pc:docMk/>
            <pc:sldMk cId="2806610232" sldId="272"/>
            <ac:spMk id="14" creationId="{1D227D51-204B-ED48-AF9A-0BE9633FE04A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4:49.387" v="33"/>
          <ac:spMkLst>
            <pc:docMk/>
            <pc:sldMk cId="2806610232" sldId="272"/>
            <ac:spMk id="16" creationId="{57A23F45-CDAE-8A40-8DE7-92A0BBC119B7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4:49.387" v="33"/>
          <ac:spMkLst>
            <pc:docMk/>
            <pc:sldMk cId="2806610232" sldId="272"/>
            <ac:spMk id="18" creationId="{68546383-CCC4-544B-B0D8-DE78DE39BB78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4:49.387" v="33"/>
          <ac:spMkLst>
            <pc:docMk/>
            <pc:sldMk cId="2806610232" sldId="272"/>
            <ac:spMk id="20" creationId="{6CA2C65D-0168-1245-86C8-62A8A6F7B813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4:49.387" v="33"/>
          <ac:spMkLst>
            <pc:docMk/>
            <pc:sldMk cId="2806610232" sldId="272"/>
            <ac:spMk id="23" creationId="{5FA1B450-DB4E-404E-9C1C-703E4FCCF831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4:45:34.592" v="37"/>
          <ac:spMkLst>
            <pc:docMk/>
            <pc:sldMk cId="2806610232" sldId="272"/>
            <ac:spMk id="28" creationId="{1D227D51-204B-ED48-AF9A-0BE9633FE04A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4:45:34.592" v="37"/>
          <ac:spMkLst>
            <pc:docMk/>
            <pc:sldMk cId="2806610232" sldId="272"/>
            <ac:spMk id="30" creationId="{57A23F45-CDAE-8A40-8DE7-92A0BBC119B7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4:45:34.592" v="37"/>
          <ac:spMkLst>
            <pc:docMk/>
            <pc:sldMk cId="2806610232" sldId="272"/>
            <ac:spMk id="32" creationId="{68546383-CCC4-544B-B0D8-DE78DE39BB78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5:34.592" v="37"/>
          <ac:spMkLst>
            <pc:docMk/>
            <pc:sldMk cId="2806610232" sldId="272"/>
            <ac:spMk id="34" creationId="{6CA2C65D-0168-1245-86C8-62A8A6F7B813}"/>
          </ac:spMkLst>
        </pc:spChg>
        <pc:spChg chg="del">
          <ac:chgData name="Linru Wang" userId="S::x23177152@student.ncirl.ie::32b7eb60-a4d7-4dd8-ad66-4b12dbbab374" providerId="AD" clId="Web-{E23827B1-73CD-7568-A8E7-E9F2370C98EE}" dt="2025-10-06T14:45:34.592" v="37"/>
          <ac:spMkLst>
            <pc:docMk/>
            <pc:sldMk cId="2806610232" sldId="272"/>
            <ac:spMk id="36" creationId="{755E9273-3717-C94C-9BFF-75E87E47C46A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4:45:34.592" v="37"/>
          <ac:spMkLst>
            <pc:docMk/>
            <pc:sldMk cId="2806610232" sldId="272"/>
            <ac:spMk id="38" creationId="{9BA6F386-E5BF-4C49-AC0B-6772CD313553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43" creationId="{579E3846-8D0B-B14A-817A-7FAC9DDAB4D8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45" creationId="{BE50E7BE-734F-224D-B03E-074DE1D12480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47" creationId="{DCA5172B-100A-154D-8648-280629D67DD0}"/>
          </ac:spMkLst>
        </pc:spChg>
        <pc:spChg chg="add del">
          <ac:chgData name="Linru Wang" userId="S::x23177152@student.ncirl.ie::32b7eb60-a4d7-4dd8-ad66-4b12dbbab374" providerId="AD" clId="Web-{E23827B1-73CD-7568-A8E7-E9F2370C98EE}" dt="2025-10-06T15:04:56.914" v="289"/>
          <ac:spMkLst>
            <pc:docMk/>
            <pc:sldMk cId="2806610232" sldId="272"/>
            <ac:spMk id="52" creationId="{1D227D51-204B-ED48-AF9A-0BE9633FE04A}"/>
          </ac:spMkLst>
        </pc:spChg>
        <pc:spChg chg="add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56" creationId="{68546383-CCC4-544B-B0D8-DE78DE39BB78}"/>
          </ac:spMkLst>
        </pc:spChg>
        <pc:spChg chg="add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58" creationId="{6CA2C65D-0168-1245-86C8-62A8A6F7B813}"/>
          </ac:spMkLst>
        </pc:spChg>
        <pc:spChg chg="add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60" creationId="{56EC6756-249A-354D-B2C0-DA82BEEEC9B9}"/>
          </ac:spMkLst>
        </pc:spChg>
        <pc:spChg chg="add">
          <ac:chgData name="Linru Wang" userId="S::x23177152@student.ncirl.ie::32b7eb60-a4d7-4dd8-ad66-4b12dbbab374" providerId="AD" clId="Web-{E23827B1-73CD-7568-A8E7-E9F2370C98EE}" dt="2025-10-06T15:03:12.865" v="221"/>
          <ac:spMkLst>
            <pc:docMk/>
            <pc:sldMk cId="2806610232" sldId="272"/>
            <ac:spMk id="62" creationId="{99B14128-2D03-F14B-8681-9410A28F3AA2}"/>
          </ac:spMkLst>
        </pc:spChg>
        <pc:graphicFrameChg chg="mod modGraphic">
          <ac:chgData name="Linru Wang" userId="S::x23177152@student.ncirl.ie::32b7eb60-a4d7-4dd8-ad66-4b12dbbab374" providerId="AD" clId="Web-{E23827B1-73CD-7568-A8E7-E9F2370C98EE}" dt="2025-10-06T15:26:09.107" v="492" actId="1076"/>
          <ac:graphicFrameMkLst>
            <pc:docMk/>
            <pc:sldMk cId="2806610232" sldId="272"/>
            <ac:graphicFrameMk id="6" creationId="{8D16F213-861C-5ECC-3071-9CE0A16FF5F0}"/>
          </ac:graphicFrameMkLst>
        </pc:graphicFrameChg>
      </pc:sldChg>
      <pc:sldChg chg="addSp delSp modSp">
        <pc:chgData name="Linru Wang" userId="S::x23177152@student.ncirl.ie::32b7eb60-a4d7-4dd8-ad66-4b12dbbab374" providerId="AD" clId="Web-{E23827B1-73CD-7568-A8E7-E9F2370C98EE}" dt="2025-10-06T14:58:09.903" v="139" actId="1076"/>
        <pc:sldMkLst>
          <pc:docMk/>
          <pc:sldMk cId="4153524360" sldId="273"/>
        </pc:sldMkLst>
        <pc:spChg chg="mod">
          <ac:chgData name="Linru Wang" userId="S::x23177152@student.ncirl.ie::32b7eb60-a4d7-4dd8-ad66-4b12dbbab374" providerId="AD" clId="Web-{E23827B1-73CD-7568-A8E7-E9F2370C98EE}" dt="2025-10-06T14:57:40.542" v="137" actId="1076"/>
          <ac:spMkLst>
            <pc:docMk/>
            <pc:sldMk cId="4153524360" sldId="273"/>
            <ac:spMk id="2" creationId="{276CCA01-D2BA-6677-1FE5-5D7EF578494B}"/>
          </ac:spMkLst>
        </pc:spChg>
        <pc:spChg chg="del mod">
          <ac:chgData name="Linru Wang" userId="S::x23177152@student.ncirl.ie::32b7eb60-a4d7-4dd8-ad66-4b12dbbab374" providerId="AD" clId="Web-{E23827B1-73CD-7568-A8E7-E9F2370C98EE}" dt="2025-10-06T14:54:36.531" v="128"/>
          <ac:spMkLst>
            <pc:docMk/>
            <pc:sldMk cId="4153524360" sldId="273"/>
            <ac:spMk id="3" creationId="{0EAFBA69-7D2E-53CE-CDDD-FC9133FFEC0F}"/>
          </ac:spMkLst>
        </pc:spChg>
        <pc:spChg chg="add mod">
          <ac:chgData name="Linru Wang" userId="S::x23177152@student.ncirl.ie::32b7eb60-a4d7-4dd8-ad66-4b12dbbab374" providerId="AD" clId="Web-{E23827B1-73CD-7568-A8E7-E9F2370C98EE}" dt="2025-10-06T14:58:09.903" v="139" actId="1076"/>
          <ac:spMkLst>
            <pc:docMk/>
            <pc:sldMk cId="4153524360" sldId="273"/>
            <ac:spMk id="8" creationId="{8D0BFED2-7407-A65B-9B80-A175BC5EC7FA}"/>
          </ac:spMkLst>
        </pc:spChg>
        <pc:spChg chg="add del mod">
          <ac:chgData name="Linru Wang" userId="S::x23177152@student.ncirl.ie::32b7eb60-a4d7-4dd8-ad66-4b12dbbab374" providerId="AD" clId="Web-{E23827B1-73CD-7568-A8E7-E9F2370C98EE}" dt="2025-10-06T14:54:42.329" v="129"/>
          <ac:spMkLst>
            <pc:docMk/>
            <pc:sldMk cId="4153524360" sldId="273"/>
            <ac:spMk id="11" creationId="{7E0A454C-4B4F-9E5C-EF63-E6DBBBA754F3}"/>
          </ac:spMkLst>
        </pc:spChg>
      </pc:sldChg>
      <pc:sldChg chg="modSp">
        <pc:chgData name="Linru Wang" userId="S::x23177152@student.ncirl.ie::32b7eb60-a4d7-4dd8-ad66-4b12dbbab374" providerId="AD" clId="Web-{E23827B1-73CD-7568-A8E7-E9F2370C98EE}" dt="2025-10-06T15:10:23.367" v="335" actId="20577"/>
        <pc:sldMkLst>
          <pc:docMk/>
          <pc:sldMk cId="417961332" sldId="279"/>
        </pc:sldMkLst>
        <pc:graphicFrameChg chg="modGraphic">
          <ac:chgData name="Linru Wang" userId="S::x23177152@student.ncirl.ie::32b7eb60-a4d7-4dd8-ad66-4b12dbbab374" providerId="AD" clId="Web-{E23827B1-73CD-7568-A8E7-E9F2370C98EE}" dt="2025-10-06T15:10:23.367" v="335" actId="20577"/>
          <ac:graphicFrameMkLst>
            <pc:docMk/>
            <pc:sldMk cId="417961332" sldId="279"/>
            <ac:graphicFrameMk id="9" creationId="{2F444E14-8BB8-1355-BA8E-5E0B3D28AA28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1:24.711" v="344" actId="20577"/>
        <pc:sldMkLst>
          <pc:docMk/>
          <pc:sldMk cId="361463033" sldId="280"/>
        </pc:sldMkLst>
        <pc:graphicFrameChg chg="modGraphic">
          <ac:chgData name="Linru Wang" userId="S::x23177152@student.ncirl.ie::32b7eb60-a4d7-4dd8-ad66-4b12dbbab374" providerId="AD" clId="Web-{E23827B1-73CD-7568-A8E7-E9F2370C98EE}" dt="2025-10-06T15:11:24.711" v="344" actId="20577"/>
          <ac:graphicFrameMkLst>
            <pc:docMk/>
            <pc:sldMk cId="361463033" sldId="280"/>
            <ac:graphicFrameMk id="9" creationId="{C0716BA8-C106-4382-D750-E8E156C2147F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2:40.292" v="357" actId="20577"/>
        <pc:sldMkLst>
          <pc:docMk/>
          <pc:sldMk cId="335086155" sldId="281"/>
        </pc:sldMkLst>
        <pc:graphicFrameChg chg="modGraphic">
          <ac:chgData name="Linru Wang" userId="S::x23177152@student.ncirl.ie::32b7eb60-a4d7-4dd8-ad66-4b12dbbab374" providerId="AD" clId="Web-{E23827B1-73CD-7568-A8E7-E9F2370C98EE}" dt="2025-10-06T15:12:40.292" v="357" actId="20577"/>
          <ac:graphicFrameMkLst>
            <pc:docMk/>
            <pc:sldMk cId="335086155" sldId="281"/>
            <ac:graphicFrameMk id="9" creationId="{F0C55CAA-6019-A93F-F11C-8F4A55C82576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0:01.709" v="332" actId="20577"/>
        <pc:sldMkLst>
          <pc:docMk/>
          <pc:sldMk cId="3689990048" sldId="282"/>
        </pc:sldMkLst>
        <pc:spChg chg="mod">
          <ac:chgData name="Linru Wang" userId="S::x23177152@student.ncirl.ie::32b7eb60-a4d7-4dd8-ad66-4b12dbbab374" providerId="AD" clId="Web-{E23827B1-73CD-7568-A8E7-E9F2370C98EE}" dt="2025-10-06T15:10:01.709" v="332" actId="20577"/>
          <ac:spMkLst>
            <pc:docMk/>
            <pc:sldMk cId="3689990048" sldId="282"/>
            <ac:spMk id="2" creationId="{76BD5585-4D38-5BE5-D2A6-FB05F27D9C46}"/>
          </ac:spMkLst>
        </pc:spChg>
        <pc:graphicFrameChg chg="modGraphic">
          <ac:chgData name="Linru Wang" userId="S::x23177152@student.ncirl.ie::32b7eb60-a4d7-4dd8-ad66-4b12dbbab374" providerId="AD" clId="Web-{E23827B1-73CD-7568-A8E7-E9F2370C98EE}" dt="2025-10-06T15:07:16.350" v="306" actId="20577"/>
          <ac:graphicFrameMkLst>
            <pc:docMk/>
            <pc:sldMk cId="3689990048" sldId="282"/>
            <ac:graphicFrameMk id="5" creationId="{202ED5D9-7CB0-BC1D-AE5E-EABAF55AFBD4}"/>
          </ac:graphicFrameMkLst>
        </pc:graphicFrameChg>
      </pc:sldChg>
      <pc:sldChg chg="modSp">
        <pc:chgData name="Linru Wang" userId="S::x23177152@student.ncirl.ie::32b7eb60-a4d7-4dd8-ad66-4b12dbbab374" providerId="AD" clId="Web-{E23827B1-73CD-7568-A8E7-E9F2370C98EE}" dt="2025-10-06T15:10:08.147" v="333" actId="20577"/>
        <pc:sldMkLst>
          <pc:docMk/>
          <pc:sldMk cId="3539232512" sldId="283"/>
        </pc:sldMkLst>
        <pc:spChg chg="mod">
          <ac:chgData name="Linru Wang" userId="S::x23177152@student.ncirl.ie::32b7eb60-a4d7-4dd8-ad66-4b12dbbab374" providerId="AD" clId="Web-{E23827B1-73CD-7568-A8E7-E9F2370C98EE}" dt="2025-10-06T15:10:08.147" v="333" actId="20577"/>
          <ac:spMkLst>
            <pc:docMk/>
            <pc:sldMk cId="3539232512" sldId="283"/>
            <ac:spMk id="2" creationId="{8C1EC44F-3D15-6AEE-BF4F-D93B1E1B3072}"/>
          </ac:spMkLst>
        </pc:spChg>
        <pc:spChg chg="mod">
          <ac:chgData name="Linru Wang" userId="S::x23177152@student.ncirl.ie::32b7eb60-a4d7-4dd8-ad66-4b12dbbab374" providerId="AD" clId="Web-{E23827B1-73CD-7568-A8E7-E9F2370C98EE}" dt="2025-10-06T15:07:03.147" v="304" actId="20577"/>
          <ac:spMkLst>
            <pc:docMk/>
            <pc:sldMk cId="3539232512" sldId="283"/>
            <ac:spMk id="3" creationId="{9D864AED-AB1D-70D3-E4BD-EFF702D80CC3}"/>
          </ac:spMkLst>
        </pc:spChg>
      </pc:sldChg>
    </pc:docChg>
  </pc:docChgLst>
  <pc:docChgLst>
    <pc:chgData name="Virginiah Waringa Nganga" userId="S::x22248781@student.ncirl.ie::22aa37a7-0785-4272-9472-ba6bce9c692e" providerId="AD" clId="Web-{171F5233-EC06-B6D1-3D97-6FE766AAC091}"/>
    <pc:docChg chg="modSld">
      <pc:chgData name="Virginiah Waringa Nganga" userId="S::x22248781@student.ncirl.ie::22aa37a7-0785-4272-9472-ba6bce9c692e" providerId="AD" clId="Web-{171F5233-EC06-B6D1-3D97-6FE766AAC091}" dt="2025-10-06T15:41:35.364" v="128"/>
      <pc:docMkLst>
        <pc:docMk/>
      </pc:docMkLst>
      <pc:sldChg chg="modSp">
        <pc:chgData name="Virginiah Waringa Nganga" userId="S::x22248781@student.ncirl.ie::22aa37a7-0785-4272-9472-ba6bce9c692e" providerId="AD" clId="Web-{171F5233-EC06-B6D1-3D97-6FE766AAC091}" dt="2025-10-06T14:56:10.273" v="6" actId="20577"/>
        <pc:sldMkLst>
          <pc:docMk/>
          <pc:sldMk cId="3015635898" sldId="268"/>
        </pc:sldMkLst>
        <pc:spChg chg="mod">
          <ac:chgData name="Virginiah Waringa Nganga" userId="S::x22248781@student.ncirl.ie::22aa37a7-0785-4272-9472-ba6bce9c692e" providerId="AD" clId="Web-{171F5233-EC06-B6D1-3D97-6FE766AAC091}" dt="2025-10-06T14:56:10.273" v="6" actId="20577"/>
          <ac:spMkLst>
            <pc:docMk/>
            <pc:sldMk cId="3015635898" sldId="268"/>
            <ac:spMk id="2" creationId="{AA8B9AB9-66EC-33DF-9325-DE6FE5EE138D}"/>
          </ac:spMkLst>
        </pc:spChg>
      </pc:sldChg>
      <pc:sldChg chg="modSp addAnim">
        <pc:chgData name="Virginiah Waringa Nganga" userId="S::x22248781@student.ncirl.ie::22aa37a7-0785-4272-9472-ba6bce9c692e" providerId="AD" clId="Web-{171F5233-EC06-B6D1-3D97-6FE766AAC091}" dt="2025-10-06T15:25:41.875" v="124"/>
        <pc:sldMkLst>
          <pc:docMk/>
          <pc:sldMk cId="813730159" sldId="269"/>
        </pc:sldMkLst>
        <pc:spChg chg="mod">
          <ac:chgData name="Virginiah Waringa Nganga" userId="S::x22248781@student.ncirl.ie::22aa37a7-0785-4272-9472-ba6bce9c692e" providerId="AD" clId="Web-{171F5233-EC06-B6D1-3D97-6FE766AAC091}" dt="2025-10-06T15:10:23.433" v="73" actId="1076"/>
          <ac:spMkLst>
            <pc:docMk/>
            <pc:sldMk cId="813730159" sldId="269"/>
            <ac:spMk id="2" creationId="{E88770BF-C4EE-4092-7672-BC24A0FEE070}"/>
          </ac:spMkLst>
        </pc:spChg>
        <pc:spChg chg="mod">
          <ac:chgData name="Virginiah Waringa Nganga" userId="S::x22248781@student.ncirl.ie::22aa37a7-0785-4272-9472-ba6bce9c692e" providerId="AD" clId="Web-{171F5233-EC06-B6D1-3D97-6FE766AAC091}" dt="2025-10-06T15:15:56.177" v="80" actId="20577"/>
          <ac:spMkLst>
            <pc:docMk/>
            <pc:sldMk cId="813730159" sldId="269"/>
            <ac:spMk id="3" creationId="{0EBD7001-B341-9EAC-6D8F-8DDCA74E4650}"/>
          </ac:spMkLst>
        </pc:spChg>
        <pc:spChg chg="mod">
          <ac:chgData name="Virginiah Waringa Nganga" userId="S::x22248781@student.ncirl.ie::22aa37a7-0785-4272-9472-ba6bce9c692e" providerId="AD" clId="Web-{171F5233-EC06-B6D1-3D97-6FE766AAC091}" dt="2025-10-06T14:56:44.900" v="12" actId="20577"/>
          <ac:spMkLst>
            <pc:docMk/>
            <pc:sldMk cId="813730159" sldId="269"/>
            <ac:spMk id="4" creationId="{E3F5405F-9401-C232-7F2C-C926AE1A8573}"/>
          </ac:spMkLst>
        </pc:spChg>
      </pc:sldChg>
      <pc:sldChg chg="modSp addAnim modAnim">
        <pc:chgData name="Virginiah Waringa Nganga" userId="S::x22248781@student.ncirl.ie::22aa37a7-0785-4272-9472-ba6bce9c692e" providerId="AD" clId="Web-{171F5233-EC06-B6D1-3D97-6FE766AAC091}" dt="2025-10-06T15:41:35.364" v="128"/>
        <pc:sldMkLst>
          <pc:docMk/>
          <pc:sldMk cId="3597802329" sldId="270"/>
        </pc:sldMkLst>
        <pc:spChg chg="mod">
          <ac:chgData name="Virginiah Waringa Nganga" userId="S::x22248781@student.ncirl.ie::22aa37a7-0785-4272-9472-ba6bce9c692e" providerId="AD" clId="Web-{171F5233-EC06-B6D1-3D97-6FE766AAC091}" dt="2025-10-06T15:08:23.102" v="67" actId="20577"/>
          <ac:spMkLst>
            <pc:docMk/>
            <pc:sldMk cId="3597802329" sldId="270"/>
            <ac:spMk id="2" creationId="{3940EB8D-38F5-6E57-A256-9F97655A2682}"/>
          </ac:spMkLst>
        </pc:spChg>
        <pc:spChg chg="mod">
          <ac:chgData name="Virginiah Waringa Nganga" userId="S::x22248781@student.ncirl.ie::22aa37a7-0785-4272-9472-ba6bce9c692e" providerId="AD" clId="Web-{171F5233-EC06-B6D1-3D97-6FE766AAC091}" dt="2025-10-06T14:58:50.983" v="32" actId="20577"/>
          <ac:spMkLst>
            <pc:docMk/>
            <pc:sldMk cId="3597802329" sldId="270"/>
            <ac:spMk id="22" creationId="{0FBEA669-3403-464C-EAEA-27ED6680406E}"/>
          </ac:spMkLst>
        </pc:spChg>
        <pc:spChg chg="mod">
          <ac:chgData name="Virginiah Waringa Nganga" userId="S::x22248781@student.ncirl.ie::22aa37a7-0785-4272-9472-ba6bce9c692e" providerId="AD" clId="Web-{171F5233-EC06-B6D1-3D97-6FE766AAC091}" dt="2025-10-06T15:09:30.791" v="70" actId="20577"/>
          <ac:spMkLst>
            <pc:docMk/>
            <pc:sldMk cId="3597802329" sldId="270"/>
            <ac:spMk id="47" creationId="{12D2231D-71BD-C288-F9B9-5FF1D5A9DE01}"/>
          </ac:spMkLst>
        </pc:spChg>
        <pc:graphicFrameChg chg="mod modGraphic">
          <ac:chgData name="Virginiah Waringa Nganga" userId="S::x22248781@student.ncirl.ie::22aa37a7-0785-4272-9472-ba6bce9c692e" providerId="AD" clId="Web-{171F5233-EC06-B6D1-3D97-6FE766AAC091}" dt="2025-10-06T15:24:49.701" v="123"/>
          <ac:graphicFrameMkLst>
            <pc:docMk/>
            <pc:sldMk cId="3597802329" sldId="270"/>
            <ac:graphicFrameMk id="7" creationId="{A43DEDE9-FD6D-D1ED-BC18-8F7523DF2A0C}"/>
          </ac:graphicFrameMkLst>
        </pc:graphicFrameChg>
      </pc:sldChg>
      <pc:sldChg chg="addSp delSp modSp addAnim">
        <pc:chgData name="Virginiah Waringa Nganga" userId="S::x22248781@student.ncirl.ie::22aa37a7-0785-4272-9472-ba6bce9c692e" providerId="AD" clId="Web-{171F5233-EC06-B6D1-3D97-6FE766AAC091}" dt="2025-10-06T15:26:44.345" v="127"/>
        <pc:sldMkLst>
          <pc:docMk/>
          <pc:sldMk cId="4186962268" sldId="271"/>
        </pc:sldMkLst>
        <pc:spChg chg="mod">
          <ac:chgData name="Virginiah Waringa Nganga" userId="S::x22248781@student.ncirl.ie::22aa37a7-0785-4272-9472-ba6bce9c692e" providerId="AD" clId="Web-{171F5233-EC06-B6D1-3D97-6FE766AAC091}" dt="2025-10-06T15:23:05.088" v="119" actId="1076"/>
          <ac:spMkLst>
            <pc:docMk/>
            <pc:sldMk cId="4186962268" sldId="271"/>
            <ac:spMk id="2" creationId="{2D60D03E-C1FD-2803-B7AE-DC50B5AE0075}"/>
          </ac:spMkLst>
        </pc:spChg>
        <pc:spChg chg="del">
          <ac:chgData name="Virginiah Waringa Nganga" userId="S::x22248781@student.ncirl.ie::22aa37a7-0785-4272-9472-ba6bce9c692e" providerId="AD" clId="Web-{171F5233-EC06-B6D1-3D97-6FE766AAC091}" dt="2025-10-06T14:59:48.469" v="33"/>
          <ac:spMkLst>
            <pc:docMk/>
            <pc:sldMk cId="4186962268" sldId="271"/>
            <ac:spMk id="20" creationId="{579E3846-8D0B-B14A-817A-7FAC9DDAB4D8}"/>
          </ac:spMkLst>
        </pc:spChg>
        <pc:spChg chg="del">
          <ac:chgData name="Virginiah Waringa Nganga" userId="S::x22248781@student.ncirl.ie::22aa37a7-0785-4272-9472-ba6bce9c692e" providerId="AD" clId="Web-{171F5233-EC06-B6D1-3D97-6FE766AAC091}" dt="2025-10-06T14:59:48.469" v="33"/>
          <ac:spMkLst>
            <pc:docMk/>
            <pc:sldMk cId="4186962268" sldId="271"/>
            <ac:spMk id="21" creationId="{51BAD0FF-E824-4446-B45B-97AE09094B81}"/>
          </ac:spMkLst>
        </pc:spChg>
        <pc:spChg chg="del">
          <ac:chgData name="Virginiah Waringa Nganga" userId="S::x22248781@student.ncirl.ie::22aa37a7-0785-4272-9472-ba6bce9c692e" providerId="AD" clId="Web-{171F5233-EC06-B6D1-3D97-6FE766AAC091}" dt="2025-10-06T14:59:48.469" v="33"/>
          <ac:spMkLst>
            <pc:docMk/>
            <pc:sldMk cId="4186962268" sldId="271"/>
            <ac:spMk id="22" creationId="{0D8FDD6E-0FB9-5542-B194-9DD8BD806874}"/>
          </ac:spMkLst>
        </pc:spChg>
        <pc:spChg chg="del">
          <ac:chgData name="Virginiah Waringa Nganga" userId="S::x22248781@student.ncirl.ie::22aa37a7-0785-4272-9472-ba6bce9c692e" providerId="AD" clId="Web-{171F5233-EC06-B6D1-3D97-6FE766AAC091}" dt="2025-10-06T14:59:48.469" v="33"/>
          <ac:spMkLst>
            <pc:docMk/>
            <pc:sldMk cId="4186962268" sldId="271"/>
            <ac:spMk id="23" creationId="{DCA5172B-100A-154D-8648-280629D67DD0}"/>
          </ac:spMkLst>
        </pc:spChg>
        <pc:spChg chg="add del mod">
          <ac:chgData name="Virginiah Waringa Nganga" userId="S::x22248781@student.ncirl.ie::22aa37a7-0785-4272-9472-ba6bce9c692e" providerId="AD" clId="Web-{171F5233-EC06-B6D1-3D97-6FE766AAC091}" dt="2025-10-06T15:03:14.180" v="57"/>
          <ac:spMkLst>
            <pc:docMk/>
            <pc:sldMk cId="4186962268" sldId="271"/>
            <ac:spMk id="24" creationId="{D086EE8D-294C-6E51-6B09-71350BE7D74E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03:14.180" v="57"/>
          <ac:spMkLst>
            <pc:docMk/>
            <pc:sldMk cId="4186962268" sldId="271"/>
            <ac:spMk id="29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03:14.180" v="57"/>
          <ac:spMkLst>
            <pc:docMk/>
            <pc:sldMk cId="4186962268" sldId="271"/>
            <ac:spMk id="31" creationId="{DCA5172B-100A-154D-8648-280629D67DD0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03:14.180" v="57"/>
          <ac:spMkLst>
            <pc:docMk/>
            <pc:sldMk cId="4186962268" sldId="271"/>
            <ac:spMk id="33" creationId="{5610EA52-8D85-ED4E-9B4F-4D5E1BE16050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03:14.180" v="57"/>
          <ac:spMkLst>
            <pc:docMk/>
            <pc:sldMk cId="4186962268" sldId="271"/>
            <ac:spMk id="35" creationId="{E66CC1C4-3013-CB4A-8BF8-FDFE9B8E482A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41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43" creationId="{FB1CD9BE-93F1-ED44-946B-8354D74B0B9F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45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47" creationId="{D269DB01-9C3C-7841-B8E8-6FDFEF70CB7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0.983" v="99"/>
          <ac:spMkLst>
            <pc:docMk/>
            <pc:sldMk cId="4186962268" sldId="271"/>
            <ac:spMk id="52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0.983" v="99"/>
          <ac:spMkLst>
            <pc:docMk/>
            <pc:sldMk cId="4186962268" sldId="271"/>
            <ac:spMk id="54" creationId="{FB1CD9BE-93F1-ED44-946B-8354D74B0B9F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0.983" v="99"/>
          <ac:spMkLst>
            <pc:docMk/>
            <pc:sldMk cId="4186962268" sldId="271"/>
            <ac:spMk id="56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0.983" v="99"/>
          <ac:spMkLst>
            <pc:docMk/>
            <pc:sldMk cId="4186962268" sldId="271"/>
            <ac:spMk id="58" creationId="{D269DB01-9C3C-7841-B8E8-6FDFEF70CB7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9.921" v="101"/>
          <ac:spMkLst>
            <pc:docMk/>
            <pc:sldMk cId="4186962268" sldId="271"/>
            <ac:spMk id="60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9.921" v="101"/>
          <ac:spMkLst>
            <pc:docMk/>
            <pc:sldMk cId="4186962268" sldId="271"/>
            <ac:spMk id="61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9.921" v="101"/>
          <ac:spMkLst>
            <pc:docMk/>
            <pc:sldMk cId="4186962268" sldId="271"/>
            <ac:spMk id="62" creationId="{BE8B9AAF-3BFF-3546-915C-8BDE34AD7C89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09.921" v="101"/>
          <ac:spMkLst>
            <pc:docMk/>
            <pc:sldMk cId="4186962268" sldId="271"/>
            <ac:spMk id="63" creationId="{90012D5C-1270-714B-AFB4-7E632827BA5B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2.968" v="103"/>
          <ac:spMkLst>
            <pc:docMk/>
            <pc:sldMk cId="4186962268" sldId="271"/>
            <ac:spMk id="65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2.968" v="103"/>
          <ac:spMkLst>
            <pc:docMk/>
            <pc:sldMk cId="4186962268" sldId="271"/>
            <ac:spMk id="66" creationId="{FB1CD9BE-93F1-ED44-946B-8354D74B0B9F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2.968" v="103"/>
          <ac:spMkLst>
            <pc:docMk/>
            <pc:sldMk cId="4186962268" sldId="271"/>
            <ac:spMk id="67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2.968" v="103"/>
          <ac:spMkLst>
            <pc:docMk/>
            <pc:sldMk cId="4186962268" sldId="271"/>
            <ac:spMk id="68" creationId="{D269DB01-9C3C-7841-B8E8-6FDFEF70CB7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7.844" v="105"/>
          <ac:spMkLst>
            <pc:docMk/>
            <pc:sldMk cId="4186962268" sldId="271"/>
            <ac:spMk id="70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7.844" v="105"/>
          <ac:spMkLst>
            <pc:docMk/>
            <pc:sldMk cId="4186962268" sldId="271"/>
            <ac:spMk id="71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7.844" v="105"/>
          <ac:spMkLst>
            <pc:docMk/>
            <pc:sldMk cId="4186962268" sldId="271"/>
            <ac:spMk id="72" creationId="{BE8B9AAF-3BFF-3546-915C-8BDE34AD7C89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17.844" v="105"/>
          <ac:spMkLst>
            <pc:docMk/>
            <pc:sldMk cId="4186962268" sldId="271"/>
            <ac:spMk id="73" creationId="{90012D5C-1270-714B-AFB4-7E632827BA5B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25.782" v="107"/>
          <ac:spMkLst>
            <pc:docMk/>
            <pc:sldMk cId="4186962268" sldId="271"/>
            <ac:spMk id="75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25.782" v="107"/>
          <ac:spMkLst>
            <pc:docMk/>
            <pc:sldMk cId="4186962268" sldId="271"/>
            <ac:spMk id="76" creationId="{FB1CD9BE-93F1-ED44-946B-8354D74B0B9F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25.782" v="107"/>
          <ac:spMkLst>
            <pc:docMk/>
            <pc:sldMk cId="4186962268" sldId="271"/>
            <ac:spMk id="77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25.782" v="107"/>
          <ac:spMkLst>
            <pc:docMk/>
            <pc:sldMk cId="4186962268" sldId="271"/>
            <ac:spMk id="78" creationId="{D269DB01-9C3C-7841-B8E8-6FDFEF70CB7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485" v="109"/>
          <ac:spMkLst>
            <pc:docMk/>
            <pc:sldMk cId="4186962268" sldId="271"/>
            <ac:spMk id="80" creationId="{579E3846-8D0B-B14A-817A-7FAC9DDAB4D8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485" v="109"/>
          <ac:spMkLst>
            <pc:docMk/>
            <pc:sldMk cId="4186962268" sldId="271"/>
            <ac:spMk id="81" creationId="{FB1CD9BE-93F1-ED44-946B-8354D74B0B9F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485" v="109"/>
          <ac:spMkLst>
            <pc:docMk/>
            <pc:sldMk cId="4186962268" sldId="271"/>
            <ac:spMk id="82" creationId="{882E6E09-FCB0-5F41-8BAE-C0581D54B5FD}"/>
          </ac:spMkLst>
        </pc:spChg>
        <pc:spChg chg="add del">
          <ac:chgData name="Virginiah Waringa Nganga" userId="S::x22248781@student.ncirl.ie::22aa37a7-0785-4272-9472-ba6bce9c692e" providerId="AD" clId="Web-{171F5233-EC06-B6D1-3D97-6FE766AAC091}" dt="2025-10-06T15:20:31.485" v="109"/>
          <ac:spMkLst>
            <pc:docMk/>
            <pc:sldMk cId="4186962268" sldId="271"/>
            <ac:spMk id="83" creationId="{D269DB01-9C3C-7841-B8E8-6FDFEF70CB7D}"/>
          </ac:spMkLst>
        </pc:spChg>
        <pc:spChg chg="add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85" creationId="{579E3846-8D0B-B14A-817A-7FAC9DDAB4D8}"/>
          </ac:spMkLst>
        </pc:spChg>
        <pc:spChg chg="add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86" creationId="{FB1CD9BE-93F1-ED44-946B-8354D74B0B9F}"/>
          </ac:spMkLst>
        </pc:spChg>
        <pc:spChg chg="add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87" creationId="{882E6E09-FCB0-5F41-8BAE-C0581D54B5FD}"/>
          </ac:spMkLst>
        </pc:spChg>
        <pc:spChg chg="add">
          <ac:chgData name="Virginiah Waringa Nganga" userId="S::x22248781@student.ncirl.ie::22aa37a7-0785-4272-9472-ba6bce9c692e" providerId="AD" clId="Web-{171F5233-EC06-B6D1-3D97-6FE766AAC091}" dt="2025-10-06T15:20:31.595" v="110"/>
          <ac:spMkLst>
            <pc:docMk/>
            <pc:sldMk cId="4186962268" sldId="271"/>
            <ac:spMk id="88" creationId="{D269DB01-9C3C-7841-B8E8-6FDFEF70CB7D}"/>
          </ac:spMkLst>
        </pc:spChg>
        <pc:graphicFrameChg chg="add del">
          <ac:chgData name="Virginiah Waringa Nganga" userId="S::x22248781@student.ncirl.ie::22aa37a7-0785-4272-9472-ba6bce9c692e" providerId="AD" clId="Web-{171F5233-EC06-B6D1-3D97-6FE766AAC091}" dt="2025-10-06T15:03:00.273" v="54"/>
          <ac:graphicFrameMkLst>
            <pc:docMk/>
            <pc:sldMk cId="4186962268" sldId="271"/>
            <ac:graphicFrameMk id="37" creationId="{B74E819B-1D5C-CA60-D613-2D677C2FA566}"/>
          </ac:graphicFrameMkLst>
        </pc:graphicFrameChg>
        <pc:graphicFrameChg chg="add del">
          <ac:chgData name="Virginiah Waringa Nganga" userId="S::x22248781@student.ncirl.ie::22aa37a7-0785-4272-9472-ba6bce9c692e" providerId="AD" clId="Web-{171F5233-EC06-B6D1-3D97-6FE766AAC091}" dt="2025-10-06T15:03:14.118" v="56"/>
          <ac:graphicFrameMkLst>
            <pc:docMk/>
            <pc:sldMk cId="4186962268" sldId="271"/>
            <ac:graphicFrameMk id="39" creationId="{729D8CDC-314A-D5B4-9823-B45555AE489F}"/>
          </ac:graphicFrameMkLst>
        </pc:graphicFrameChg>
        <pc:graphicFrameChg chg="mod modGraphic">
          <ac:chgData name="Virginiah Waringa Nganga" userId="S::x22248781@student.ncirl.ie::22aa37a7-0785-4272-9472-ba6bce9c692e" providerId="AD" clId="Web-{171F5233-EC06-B6D1-3D97-6FE766AAC091}" dt="2025-10-06T15:23:15.838" v="121" actId="1076"/>
          <ac:graphicFrameMkLst>
            <pc:docMk/>
            <pc:sldMk cId="4186962268" sldId="271"/>
            <ac:graphicFrameMk id="42" creationId="{52C9F95F-76DE-E742-66AD-82A52CA43E39}"/>
          </ac:graphicFrameMkLst>
        </pc:graphicFrameChg>
      </pc:sldChg>
      <pc:sldChg chg="modSp">
        <pc:chgData name="Virginiah Waringa Nganga" userId="S::x22248781@student.ncirl.ie::22aa37a7-0785-4272-9472-ba6bce9c692e" providerId="AD" clId="Web-{171F5233-EC06-B6D1-3D97-6FE766AAC091}" dt="2025-10-06T15:09:45.026" v="72" actId="1076"/>
        <pc:sldMkLst>
          <pc:docMk/>
          <pc:sldMk cId="361463033" sldId="280"/>
        </pc:sldMkLst>
        <pc:graphicFrameChg chg="mod">
          <ac:chgData name="Virginiah Waringa Nganga" userId="S::x22248781@student.ncirl.ie::22aa37a7-0785-4272-9472-ba6bce9c692e" providerId="AD" clId="Web-{171F5233-EC06-B6D1-3D97-6FE766AAC091}" dt="2025-10-06T15:09:45.026" v="72" actId="1076"/>
          <ac:graphicFrameMkLst>
            <pc:docMk/>
            <pc:sldMk cId="361463033" sldId="280"/>
            <ac:graphicFrameMk id="9" creationId="{C0716BA8-C106-4382-D750-E8E156C2147F}"/>
          </ac:graphicFrameMkLst>
        </pc:graphicFrameChg>
      </pc:sldChg>
      <pc:sldChg chg="modSp">
        <pc:chgData name="Virginiah Waringa Nganga" userId="S::x22248781@student.ncirl.ie::22aa37a7-0785-4272-9472-ba6bce9c692e" providerId="AD" clId="Web-{171F5233-EC06-B6D1-3D97-6FE766AAC091}" dt="2025-10-06T14:54:17.911" v="4" actId="20577"/>
        <pc:sldMkLst>
          <pc:docMk/>
          <pc:sldMk cId="3539232512" sldId="283"/>
        </pc:sldMkLst>
        <pc:spChg chg="mod">
          <ac:chgData name="Virginiah Waringa Nganga" userId="S::x22248781@student.ncirl.ie::22aa37a7-0785-4272-9472-ba6bce9c692e" providerId="AD" clId="Web-{171F5233-EC06-B6D1-3D97-6FE766AAC091}" dt="2025-10-06T14:54:17.911" v="4" actId="20577"/>
          <ac:spMkLst>
            <pc:docMk/>
            <pc:sldMk cId="3539232512" sldId="283"/>
            <ac:spMk id="3" creationId="{9D864AED-AB1D-70D3-E4BD-EFF702D80CC3}"/>
          </ac:spMkLst>
        </pc:spChg>
      </pc:sldChg>
    </pc:docChg>
  </pc:docChgLst>
  <pc:docChgLst>
    <pc:chgData name="Virginiah Waringa Nganga" userId="S::x22248781@student.ncirl.ie::22aa37a7-0785-4272-9472-ba6bce9c692e" providerId="AD" clId="Web-{B08A2288-C681-B1B4-8B58-D2883F2CB1AD}"/>
    <pc:docChg chg="modSld">
      <pc:chgData name="Virginiah Waringa Nganga" userId="S::x22248781@student.ncirl.ie::22aa37a7-0785-4272-9472-ba6bce9c692e" providerId="AD" clId="Web-{B08A2288-C681-B1B4-8B58-D2883F2CB1AD}" dt="2025-10-08T10:04:05.976" v="145" actId="20577"/>
      <pc:docMkLst>
        <pc:docMk/>
      </pc:docMkLst>
      <pc:sldChg chg="addSp delSp modSp">
        <pc:chgData name="Virginiah Waringa Nganga" userId="S::x22248781@student.ncirl.ie::22aa37a7-0785-4272-9472-ba6bce9c692e" providerId="AD" clId="Web-{B08A2288-C681-B1B4-8B58-D2883F2CB1AD}" dt="2025-10-08T10:04:05.976" v="145" actId="20577"/>
        <pc:sldMkLst>
          <pc:docMk/>
          <pc:sldMk cId="813730159" sldId="269"/>
        </pc:sldMkLst>
        <pc:spChg chg="mod">
          <ac:chgData name="Virginiah Waringa Nganga" userId="S::x22248781@student.ncirl.ie::22aa37a7-0785-4272-9472-ba6bce9c692e" providerId="AD" clId="Web-{B08A2288-C681-B1B4-8B58-D2883F2CB1AD}" dt="2025-10-08T10:04:05.976" v="145" actId="20577"/>
          <ac:spMkLst>
            <pc:docMk/>
            <pc:sldMk cId="813730159" sldId="269"/>
            <ac:spMk id="3" creationId="{0EBD7001-B341-9EAC-6D8F-8DDCA74E4650}"/>
          </ac:spMkLst>
        </pc:spChg>
        <pc:spChg chg="add del mod">
          <ac:chgData name="Virginiah Waringa Nganga" userId="S::x22248781@student.ncirl.ie::22aa37a7-0785-4272-9472-ba6bce9c692e" providerId="AD" clId="Web-{B08A2288-C681-B1B4-8B58-D2883F2CB1AD}" dt="2025-10-08T09:48:54.479" v="45"/>
          <ac:spMkLst>
            <pc:docMk/>
            <pc:sldMk cId="813730159" sldId="269"/>
            <ac:spMk id="6" creationId="{B849957D-9C3E-9FEF-5082-A71F72F26000}"/>
          </ac:spMkLst>
        </pc:spChg>
        <pc:spChg chg="add mod">
          <ac:chgData name="Virginiah Waringa Nganga" userId="S::x22248781@student.ncirl.ie::22aa37a7-0785-4272-9472-ba6bce9c692e" providerId="AD" clId="Web-{B08A2288-C681-B1B4-8B58-D2883F2CB1AD}" dt="2025-10-08T09:59:16.009" v="136" actId="1076"/>
          <ac:spMkLst>
            <pc:docMk/>
            <pc:sldMk cId="813730159" sldId="269"/>
            <ac:spMk id="10" creationId="{16B88C67-EA9A-9C5E-693C-9A53A645B46C}"/>
          </ac:spMkLst>
        </pc:spChg>
        <pc:picChg chg="mod">
          <ac:chgData name="Virginiah Waringa Nganga" userId="S::x22248781@student.ncirl.ie::22aa37a7-0785-4272-9472-ba6bce9c692e" providerId="AD" clId="Web-{B08A2288-C681-B1B4-8B58-D2883F2CB1AD}" dt="2025-10-08T08:53:58.593" v="11" actId="14100"/>
          <ac:picMkLst>
            <pc:docMk/>
            <pc:sldMk cId="813730159" sldId="269"/>
            <ac:picMk id="5" creationId="{473FF080-FD03-33D3-1D2C-2417E0FC5499}"/>
          </ac:picMkLst>
        </pc:picChg>
      </pc:sldChg>
      <pc:sldChg chg="modSp">
        <pc:chgData name="Virginiah Waringa Nganga" userId="S::x22248781@student.ncirl.ie::22aa37a7-0785-4272-9472-ba6bce9c692e" providerId="AD" clId="Web-{B08A2288-C681-B1B4-8B58-D2883F2CB1AD}" dt="2025-10-08T08:49:32.036" v="6" actId="20577"/>
        <pc:sldMkLst>
          <pc:docMk/>
          <pc:sldMk cId="3597802329" sldId="270"/>
        </pc:sldMkLst>
        <pc:spChg chg="mod">
          <ac:chgData name="Virginiah Waringa Nganga" userId="S::x22248781@student.ncirl.ie::22aa37a7-0785-4272-9472-ba6bce9c692e" providerId="AD" clId="Web-{B08A2288-C681-B1B4-8B58-D2883F2CB1AD}" dt="2025-10-08T08:49:32.036" v="6" actId="20577"/>
          <ac:spMkLst>
            <pc:docMk/>
            <pc:sldMk cId="3597802329" sldId="270"/>
            <ac:spMk id="2" creationId="{3940EB8D-38F5-6E57-A256-9F97655A2682}"/>
          </ac:spMkLst>
        </pc:spChg>
      </pc:sldChg>
      <pc:sldChg chg="modSp">
        <pc:chgData name="Virginiah Waringa Nganga" userId="S::x22248781@student.ncirl.ie::22aa37a7-0785-4272-9472-ba6bce9c692e" providerId="AD" clId="Web-{B08A2288-C681-B1B4-8B58-D2883F2CB1AD}" dt="2025-10-08T08:50:47.693" v="9" actId="14100"/>
        <pc:sldMkLst>
          <pc:docMk/>
          <pc:sldMk cId="4186962268" sldId="271"/>
        </pc:sldMkLst>
        <pc:graphicFrameChg chg="mod">
          <ac:chgData name="Virginiah Waringa Nganga" userId="S::x22248781@student.ncirl.ie::22aa37a7-0785-4272-9472-ba6bce9c692e" providerId="AD" clId="Web-{B08A2288-C681-B1B4-8B58-D2883F2CB1AD}" dt="2025-10-08T08:50:47.693" v="9" actId="14100"/>
          <ac:graphicFrameMkLst>
            <pc:docMk/>
            <pc:sldMk cId="4186962268" sldId="271"/>
            <ac:graphicFrameMk id="42" creationId="{52C9F95F-76DE-E742-66AD-82A52CA43E39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1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42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1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42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178DA6-B6AF-449D-B8B2-DB713FA126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10FE37-6BDB-41B5-8D23-FCBE4BD91E05}">
      <dgm:prSet/>
      <dgm:spPr/>
      <dgm:t>
        <a:bodyPr/>
        <a:lstStyle/>
        <a:p>
          <a:r>
            <a:rPr lang="en-GB" b="0" i="0">
              <a:latin typeface="Aptos"/>
            </a:rPr>
            <a:t>Equifax is one of the largest credit reporting companies in the world, that collects and manages personal and financial data.</a:t>
          </a:r>
          <a:endParaRPr lang="en-US">
            <a:latin typeface="Aptos"/>
          </a:endParaRPr>
        </a:p>
      </dgm:t>
    </dgm:pt>
    <dgm:pt modelId="{99794148-F03D-4553-86EE-50BDA8F24B29}" type="parTrans" cxnId="{610FFC49-341D-4B69-BBC3-801741DB2A4A}">
      <dgm:prSet/>
      <dgm:spPr/>
      <dgm:t>
        <a:bodyPr/>
        <a:lstStyle/>
        <a:p>
          <a:endParaRPr lang="en-US"/>
        </a:p>
      </dgm:t>
    </dgm:pt>
    <dgm:pt modelId="{A0443E92-F1ED-4F3B-B13F-339C952C155D}" type="sibTrans" cxnId="{610FFC49-341D-4B69-BBC3-801741DB2A4A}">
      <dgm:prSet/>
      <dgm:spPr/>
      <dgm:t>
        <a:bodyPr/>
        <a:lstStyle/>
        <a:p>
          <a:endParaRPr lang="en-US"/>
        </a:p>
      </dgm:t>
    </dgm:pt>
    <dgm:pt modelId="{A0E5F354-EC95-4CB7-A303-EB3FDC42A4D6}">
      <dgm:prSet/>
      <dgm:spPr/>
      <dgm:t>
        <a:bodyPr/>
        <a:lstStyle/>
        <a:p>
          <a:r>
            <a:rPr lang="en-GB" b="0" i="0">
              <a:latin typeface="Aptos"/>
            </a:rPr>
            <a:t>Equifax collects, stores and analyses information about individuals and businesses, such as social security numbers, credit history and payment records.</a:t>
          </a:r>
          <a:endParaRPr lang="en-US">
            <a:latin typeface="Aptos"/>
          </a:endParaRPr>
        </a:p>
      </dgm:t>
    </dgm:pt>
    <dgm:pt modelId="{BCE38710-C610-4587-B848-ED5E6F9D1413}" type="parTrans" cxnId="{C7F8C956-61A5-4464-8617-7D588CCA11F9}">
      <dgm:prSet/>
      <dgm:spPr/>
      <dgm:t>
        <a:bodyPr/>
        <a:lstStyle/>
        <a:p>
          <a:endParaRPr lang="en-US"/>
        </a:p>
      </dgm:t>
    </dgm:pt>
    <dgm:pt modelId="{1247122A-FB1E-4531-8D9E-7492C92DAECC}" type="sibTrans" cxnId="{C7F8C956-61A5-4464-8617-7D588CCA11F9}">
      <dgm:prSet/>
      <dgm:spPr/>
      <dgm:t>
        <a:bodyPr/>
        <a:lstStyle/>
        <a:p>
          <a:endParaRPr lang="en-US"/>
        </a:p>
      </dgm:t>
    </dgm:pt>
    <dgm:pt modelId="{2F875DEA-5DEB-4148-92C3-C9A20EE6A252}" type="pres">
      <dgm:prSet presAssocID="{6F178DA6-B6AF-449D-B8B2-DB713FA126AB}" presName="root" presStyleCnt="0">
        <dgm:presLayoutVars>
          <dgm:dir/>
          <dgm:resizeHandles val="exact"/>
        </dgm:presLayoutVars>
      </dgm:prSet>
      <dgm:spPr/>
    </dgm:pt>
    <dgm:pt modelId="{939152CD-13A1-45E3-ADEE-67ABE8BE0062}" type="pres">
      <dgm:prSet presAssocID="{DC10FE37-6BDB-41B5-8D23-FCBE4BD91E05}" presName="compNode" presStyleCnt="0"/>
      <dgm:spPr/>
    </dgm:pt>
    <dgm:pt modelId="{C161E83F-5FA7-4039-88F9-866D3EA63B2F}" type="pres">
      <dgm:prSet presAssocID="{DC10FE37-6BDB-41B5-8D23-FCBE4BD91E05}" presName="bgRect" presStyleLbl="bgShp" presStyleIdx="0" presStyleCnt="2"/>
      <dgm:spPr/>
    </dgm:pt>
    <dgm:pt modelId="{F596B6F4-BDF4-4C7D-B85D-D33A55A3ED33}" type="pres">
      <dgm:prSet presAssocID="{DC10FE37-6BDB-41B5-8D23-FCBE4BD91E0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22617DB-EA91-4F0D-B504-DD38F66F9A52}" type="pres">
      <dgm:prSet presAssocID="{DC10FE37-6BDB-41B5-8D23-FCBE4BD91E05}" presName="spaceRect" presStyleCnt="0"/>
      <dgm:spPr/>
    </dgm:pt>
    <dgm:pt modelId="{D9CC808B-5EB5-4D6A-97BF-76272C37D372}" type="pres">
      <dgm:prSet presAssocID="{DC10FE37-6BDB-41B5-8D23-FCBE4BD91E05}" presName="parTx" presStyleLbl="revTx" presStyleIdx="0" presStyleCnt="2">
        <dgm:presLayoutVars>
          <dgm:chMax val="0"/>
          <dgm:chPref val="0"/>
        </dgm:presLayoutVars>
      </dgm:prSet>
      <dgm:spPr/>
    </dgm:pt>
    <dgm:pt modelId="{DCC2BA6B-862A-4321-9D77-28404FFD4EB5}" type="pres">
      <dgm:prSet presAssocID="{A0443E92-F1ED-4F3B-B13F-339C952C155D}" presName="sibTrans" presStyleCnt="0"/>
      <dgm:spPr/>
    </dgm:pt>
    <dgm:pt modelId="{3AEEE784-7275-4CF1-8748-BB0224D7EFAC}" type="pres">
      <dgm:prSet presAssocID="{A0E5F354-EC95-4CB7-A303-EB3FDC42A4D6}" presName="compNode" presStyleCnt="0"/>
      <dgm:spPr/>
    </dgm:pt>
    <dgm:pt modelId="{0C61771E-E060-4C6A-B6DE-1E7CF25AD88A}" type="pres">
      <dgm:prSet presAssocID="{A0E5F354-EC95-4CB7-A303-EB3FDC42A4D6}" presName="bgRect" presStyleLbl="bgShp" presStyleIdx="1" presStyleCnt="2"/>
      <dgm:spPr/>
    </dgm:pt>
    <dgm:pt modelId="{750101F9-1064-464F-AE78-266FD1912344}" type="pres">
      <dgm:prSet presAssocID="{A0E5F354-EC95-4CB7-A303-EB3FDC42A4D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16ED68A-86DD-4D7C-B817-51C022805A42}" type="pres">
      <dgm:prSet presAssocID="{A0E5F354-EC95-4CB7-A303-EB3FDC42A4D6}" presName="spaceRect" presStyleCnt="0"/>
      <dgm:spPr/>
    </dgm:pt>
    <dgm:pt modelId="{81392FB3-F969-4F66-BB73-3E4028E99712}" type="pres">
      <dgm:prSet presAssocID="{A0E5F354-EC95-4CB7-A303-EB3FDC42A4D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10FFC49-341D-4B69-BBC3-801741DB2A4A}" srcId="{6F178DA6-B6AF-449D-B8B2-DB713FA126AB}" destId="{DC10FE37-6BDB-41B5-8D23-FCBE4BD91E05}" srcOrd="0" destOrd="0" parTransId="{99794148-F03D-4553-86EE-50BDA8F24B29}" sibTransId="{A0443E92-F1ED-4F3B-B13F-339C952C155D}"/>
    <dgm:cxn modelId="{F215B56A-7574-4D73-9B3B-C7941F2F2FC5}" type="presOf" srcId="{6F178DA6-B6AF-449D-B8B2-DB713FA126AB}" destId="{2F875DEA-5DEB-4148-92C3-C9A20EE6A252}" srcOrd="0" destOrd="0" presId="urn:microsoft.com/office/officeart/2018/2/layout/IconVerticalSolidList"/>
    <dgm:cxn modelId="{C7F8C956-61A5-4464-8617-7D588CCA11F9}" srcId="{6F178DA6-B6AF-449D-B8B2-DB713FA126AB}" destId="{A0E5F354-EC95-4CB7-A303-EB3FDC42A4D6}" srcOrd="1" destOrd="0" parTransId="{BCE38710-C610-4587-B848-ED5E6F9D1413}" sibTransId="{1247122A-FB1E-4531-8D9E-7492C92DAECC}"/>
    <dgm:cxn modelId="{6B292EAF-32D4-47FD-A128-37CB1F8E27C6}" type="presOf" srcId="{A0E5F354-EC95-4CB7-A303-EB3FDC42A4D6}" destId="{81392FB3-F969-4F66-BB73-3E4028E99712}" srcOrd="0" destOrd="0" presId="urn:microsoft.com/office/officeart/2018/2/layout/IconVerticalSolidList"/>
    <dgm:cxn modelId="{3D763DC4-85AA-415E-A41C-AF24D6DF194D}" type="presOf" srcId="{DC10FE37-6BDB-41B5-8D23-FCBE4BD91E05}" destId="{D9CC808B-5EB5-4D6A-97BF-76272C37D372}" srcOrd="0" destOrd="0" presId="urn:microsoft.com/office/officeart/2018/2/layout/IconVerticalSolidList"/>
    <dgm:cxn modelId="{1C4FDFF2-9CAE-4F8C-89C8-6C9245B65A43}" type="presParOf" srcId="{2F875DEA-5DEB-4148-92C3-C9A20EE6A252}" destId="{939152CD-13A1-45E3-ADEE-67ABE8BE0062}" srcOrd="0" destOrd="0" presId="urn:microsoft.com/office/officeart/2018/2/layout/IconVerticalSolidList"/>
    <dgm:cxn modelId="{7C40D000-BC60-4EE2-9BD5-C90CA471FCF3}" type="presParOf" srcId="{939152CD-13A1-45E3-ADEE-67ABE8BE0062}" destId="{C161E83F-5FA7-4039-88F9-866D3EA63B2F}" srcOrd="0" destOrd="0" presId="urn:microsoft.com/office/officeart/2018/2/layout/IconVerticalSolidList"/>
    <dgm:cxn modelId="{6DCB670C-E950-4F03-B548-3DB322500A2D}" type="presParOf" srcId="{939152CD-13A1-45E3-ADEE-67ABE8BE0062}" destId="{F596B6F4-BDF4-4C7D-B85D-D33A55A3ED33}" srcOrd="1" destOrd="0" presId="urn:microsoft.com/office/officeart/2018/2/layout/IconVerticalSolidList"/>
    <dgm:cxn modelId="{C4191480-BAED-4F0C-8ECB-C25AFE776F3A}" type="presParOf" srcId="{939152CD-13A1-45E3-ADEE-67ABE8BE0062}" destId="{D22617DB-EA91-4F0D-B504-DD38F66F9A52}" srcOrd="2" destOrd="0" presId="urn:microsoft.com/office/officeart/2018/2/layout/IconVerticalSolidList"/>
    <dgm:cxn modelId="{1356DD32-565D-4F69-B257-F7EF15294374}" type="presParOf" srcId="{939152CD-13A1-45E3-ADEE-67ABE8BE0062}" destId="{D9CC808B-5EB5-4D6A-97BF-76272C37D372}" srcOrd="3" destOrd="0" presId="urn:microsoft.com/office/officeart/2018/2/layout/IconVerticalSolidList"/>
    <dgm:cxn modelId="{E632B65D-BF09-4352-933E-2E7874657C8B}" type="presParOf" srcId="{2F875DEA-5DEB-4148-92C3-C9A20EE6A252}" destId="{DCC2BA6B-862A-4321-9D77-28404FFD4EB5}" srcOrd="1" destOrd="0" presId="urn:microsoft.com/office/officeart/2018/2/layout/IconVerticalSolidList"/>
    <dgm:cxn modelId="{5BC9BFEB-C807-460A-B328-59289C858B28}" type="presParOf" srcId="{2F875DEA-5DEB-4148-92C3-C9A20EE6A252}" destId="{3AEEE784-7275-4CF1-8748-BB0224D7EFAC}" srcOrd="2" destOrd="0" presId="urn:microsoft.com/office/officeart/2018/2/layout/IconVerticalSolidList"/>
    <dgm:cxn modelId="{647EE6FD-D63E-47BE-9393-6E2A68FAD307}" type="presParOf" srcId="{3AEEE784-7275-4CF1-8748-BB0224D7EFAC}" destId="{0C61771E-E060-4C6A-B6DE-1E7CF25AD88A}" srcOrd="0" destOrd="0" presId="urn:microsoft.com/office/officeart/2018/2/layout/IconVerticalSolidList"/>
    <dgm:cxn modelId="{5D6E33F8-AEF5-435B-AD91-3D2CBAE8AB1A}" type="presParOf" srcId="{3AEEE784-7275-4CF1-8748-BB0224D7EFAC}" destId="{750101F9-1064-464F-AE78-266FD1912344}" srcOrd="1" destOrd="0" presId="urn:microsoft.com/office/officeart/2018/2/layout/IconVerticalSolidList"/>
    <dgm:cxn modelId="{CE77D20A-457F-4736-9701-3CAD2C5F69B6}" type="presParOf" srcId="{3AEEE784-7275-4CF1-8748-BB0224D7EFAC}" destId="{916ED68A-86DD-4D7C-B817-51C022805A42}" srcOrd="2" destOrd="0" presId="urn:microsoft.com/office/officeart/2018/2/layout/IconVerticalSolidList"/>
    <dgm:cxn modelId="{323F81B2-64D3-4827-837E-F61904FEBABE}" type="presParOf" srcId="{3AEEE784-7275-4CF1-8748-BB0224D7EFAC}" destId="{81392FB3-F969-4F66-BB73-3E4028E997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F1488B-A55F-49B5-B500-5C671491AD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D37A32-D039-4C9D-9B11-AF55508CE0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Aptos"/>
            </a:rPr>
            <a:t>In 2017, Equifax, one of the largest consumer credit reporting agencies suffered a data breach.</a:t>
          </a:r>
          <a:endParaRPr lang="en-US">
            <a:latin typeface="Aptos"/>
          </a:endParaRPr>
        </a:p>
      </dgm:t>
    </dgm:pt>
    <dgm:pt modelId="{6DB1E9DF-AE6C-4211-92AB-CD8F3AD626C7}" type="parTrans" cxnId="{71929E1A-DA5E-4BC3-92CC-D6D3EED0E2A1}">
      <dgm:prSet/>
      <dgm:spPr/>
      <dgm:t>
        <a:bodyPr/>
        <a:lstStyle/>
        <a:p>
          <a:endParaRPr lang="en-US"/>
        </a:p>
      </dgm:t>
    </dgm:pt>
    <dgm:pt modelId="{6E3A1ED0-B238-4644-AD76-428BD46459F4}" type="sibTrans" cxnId="{71929E1A-DA5E-4BC3-92CC-D6D3EED0E2A1}">
      <dgm:prSet/>
      <dgm:spPr/>
      <dgm:t>
        <a:bodyPr/>
        <a:lstStyle/>
        <a:p>
          <a:endParaRPr lang="en-US"/>
        </a:p>
      </dgm:t>
    </dgm:pt>
    <dgm:pt modelId="{5B875CF0-4807-4B8F-87BD-91549C804A7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Aptos"/>
            </a:rPr>
            <a:t>This data breach is considered one of the most devastating cyberattacks in history.</a:t>
          </a:r>
          <a:endParaRPr lang="en-US">
            <a:latin typeface="Aptos"/>
          </a:endParaRPr>
        </a:p>
      </dgm:t>
    </dgm:pt>
    <dgm:pt modelId="{8DCD1739-0514-40BA-B6CE-DA8C6A8B8C95}" type="parTrans" cxnId="{01068176-717A-4D18-BE60-34C77E684454}">
      <dgm:prSet/>
      <dgm:spPr/>
      <dgm:t>
        <a:bodyPr/>
        <a:lstStyle/>
        <a:p>
          <a:endParaRPr lang="en-US"/>
        </a:p>
      </dgm:t>
    </dgm:pt>
    <dgm:pt modelId="{83875BDE-FE8B-4B02-8552-4057BACD8768}" type="sibTrans" cxnId="{01068176-717A-4D18-BE60-34C77E684454}">
      <dgm:prSet/>
      <dgm:spPr/>
      <dgm:t>
        <a:bodyPr/>
        <a:lstStyle/>
        <a:p>
          <a:endParaRPr lang="en-US"/>
        </a:p>
      </dgm:t>
    </dgm:pt>
    <dgm:pt modelId="{B13223A2-C14C-43AF-B309-0B4787B39F4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Aptos"/>
            </a:rPr>
            <a:t>Equifax stored information on over 800 million people, and 88 million businesses worldwide.</a:t>
          </a:r>
          <a:endParaRPr lang="en-US">
            <a:latin typeface="Aptos"/>
          </a:endParaRPr>
        </a:p>
      </dgm:t>
    </dgm:pt>
    <dgm:pt modelId="{D45E540B-BF28-4246-8FBD-D50CF7BFFC12}" type="parTrans" cxnId="{4B87C008-6D00-4677-9887-1479F52173E6}">
      <dgm:prSet/>
      <dgm:spPr/>
      <dgm:t>
        <a:bodyPr/>
        <a:lstStyle/>
        <a:p>
          <a:endParaRPr lang="en-US"/>
        </a:p>
      </dgm:t>
    </dgm:pt>
    <dgm:pt modelId="{9BB72115-038B-4425-BA81-28574C3307B6}" type="sibTrans" cxnId="{4B87C008-6D00-4677-9887-1479F52173E6}">
      <dgm:prSet/>
      <dgm:spPr/>
      <dgm:t>
        <a:bodyPr/>
        <a:lstStyle/>
        <a:p>
          <a:endParaRPr lang="en-US"/>
        </a:p>
      </dgm:t>
    </dgm:pt>
    <dgm:pt modelId="{8265D977-7F74-4D51-AC64-4513676FDE9B}" type="pres">
      <dgm:prSet presAssocID="{2EF1488B-A55F-49B5-B500-5C671491AD04}" presName="root" presStyleCnt="0">
        <dgm:presLayoutVars>
          <dgm:dir/>
          <dgm:resizeHandles val="exact"/>
        </dgm:presLayoutVars>
      </dgm:prSet>
      <dgm:spPr/>
    </dgm:pt>
    <dgm:pt modelId="{C9C5E154-1D8E-4AB2-A6BC-26A819FB93EA}" type="pres">
      <dgm:prSet presAssocID="{36D37A32-D039-4C9D-9B11-AF55508CE06A}" presName="compNode" presStyleCnt="0"/>
      <dgm:spPr/>
    </dgm:pt>
    <dgm:pt modelId="{85B4428C-2316-436E-97CA-24D672ED772B}" type="pres">
      <dgm:prSet presAssocID="{36D37A32-D039-4C9D-9B11-AF55508CE06A}" presName="bgRect" presStyleLbl="bgShp" presStyleIdx="0" presStyleCnt="3"/>
      <dgm:spPr/>
    </dgm:pt>
    <dgm:pt modelId="{D9CA05D1-5A9A-4C28-8F3A-A8814602622C}" type="pres">
      <dgm:prSet presAssocID="{36D37A32-D039-4C9D-9B11-AF55508CE0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4654594-C65E-4DA1-A9A5-793D31D83535}" type="pres">
      <dgm:prSet presAssocID="{36D37A32-D039-4C9D-9B11-AF55508CE06A}" presName="spaceRect" presStyleCnt="0"/>
      <dgm:spPr/>
    </dgm:pt>
    <dgm:pt modelId="{21E1778B-DE2B-4F26-9BC1-62D0E19E5C40}" type="pres">
      <dgm:prSet presAssocID="{36D37A32-D039-4C9D-9B11-AF55508CE06A}" presName="parTx" presStyleLbl="revTx" presStyleIdx="0" presStyleCnt="3">
        <dgm:presLayoutVars>
          <dgm:chMax val="0"/>
          <dgm:chPref val="0"/>
        </dgm:presLayoutVars>
      </dgm:prSet>
      <dgm:spPr/>
    </dgm:pt>
    <dgm:pt modelId="{271FBAE4-113E-4A10-B457-9B73A818C608}" type="pres">
      <dgm:prSet presAssocID="{6E3A1ED0-B238-4644-AD76-428BD46459F4}" presName="sibTrans" presStyleCnt="0"/>
      <dgm:spPr/>
    </dgm:pt>
    <dgm:pt modelId="{2EA2C928-4BFE-4E4A-A265-43819893EF21}" type="pres">
      <dgm:prSet presAssocID="{5B875CF0-4807-4B8F-87BD-91549C804A7A}" presName="compNode" presStyleCnt="0"/>
      <dgm:spPr/>
    </dgm:pt>
    <dgm:pt modelId="{2962EA72-E270-4B4D-9A8D-4AFF0AEA37CD}" type="pres">
      <dgm:prSet presAssocID="{5B875CF0-4807-4B8F-87BD-91549C804A7A}" presName="bgRect" presStyleLbl="bgShp" presStyleIdx="1" presStyleCnt="3"/>
      <dgm:spPr/>
    </dgm:pt>
    <dgm:pt modelId="{4D333FE3-9215-4368-8278-F5F3AF0DEC2A}" type="pres">
      <dgm:prSet presAssocID="{5B875CF0-4807-4B8F-87BD-91549C804A7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06D6C50-7FB1-42AF-8DCF-FE1A44EAC97E}" type="pres">
      <dgm:prSet presAssocID="{5B875CF0-4807-4B8F-87BD-91549C804A7A}" presName="spaceRect" presStyleCnt="0"/>
      <dgm:spPr/>
    </dgm:pt>
    <dgm:pt modelId="{80A034AC-2F6B-4D33-9A57-9B2B7F142A3C}" type="pres">
      <dgm:prSet presAssocID="{5B875CF0-4807-4B8F-87BD-91549C804A7A}" presName="parTx" presStyleLbl="revTx" presStyleIdx="1" presStyleCnt="3">
        <dgm:presLayoutVars>
          <dgm:chMax val="0"/>
          <dgm:chPref val="0"/>
        </dgm:presLayoutVars>
      </dgm:prSet>
      <dgm:spPr/>
    </dgm:pt>
    <dgm:pt modelId="{BFEB8B3D-D26F-468B-AEA5-0B5F53068D8A}" type="pres">
      <dgm:prSet presAssocID="{83875BDE-FE8B-4B02-8552-4057BACD8768}" presName="sibTrans" presStyleCnt="0"/>
      <dgm:spPr/>
    </dgm:pt>
    <dgm:pt modelId="{684D1F5F-9A1E-4C47-95C7-92FA66051473}" type="pres">
      <dgm:prSet presAssocID="{B13223A2-C14C-43AF-B309-0B4787B39F43}" presName="compNode" presStyleCnt="0"/>
      <dgm:spPr/>
    </dgm:pt>
    <dgm:pt modelId="{A0C1CCD6-A7BF-4924-8E6F-9EB09A79D57B}" type="pres">
      <dgm:prSet presAssocID="{B13223A2-C14C-43AF-B309-0B4787B39F43}" presName="bgRect" presStyleLbl="bgShp" presStyleIdx="2" presStyleCnt="3"/>
      <dgm:spPr/>
    </dgm:pt>
    <dgm:pt modelId="{B2065B79-19C6-453A-A23D-AEB68E03D875}" type="pres">
      <dgm:prSet presAssocID="{B13223A2-C14C-43AF-B309-0B4787B39F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95CB6CF-D343-4172-9F3A-88D3E4DAF939}" type="pres">
      <dgm:prSet presAssocID="{B13223A2-C14C-43AF-B309-0B4787B39F43}" presName="spaceRect" presStyleCnt="0"/>
      <dgm:spPr/>
    </dgm:pt>
    <dgm:pt modelId="{0AAAEA3D-6CEE-404C-BF88-D25FFD89CAF1}" type="pres">
      <dgm:prSet presAssocID="{B13223A2-C14C-43AF-B309-0B4787B39F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87C008-6D00-4677-9887-1479F52173E6}" srcId="{2EF1488B-A55F-49B5-B500-5C671491AD04}" destId="{B13223A2-C14C-43AF-B309-0B4787B39F43}" srcOrd="2" destOrd="0" parTransId="{D45E540B-BF28-4246-8FBD-D50CF7BFFC12}" sibTransId="{9BB72115-038B-4425-BA81-28574C3307B6}"/>
    <dgm:cxn modelId="{71929E1A-DA5E-4BC3-92CC-D6D3EED0E2A1}" srcId="{2EF1488B-A55F-49B5-B500-5C671491AD04}" destId="{36D37A32-D039-4C9D-9B11-AF55508CE06A}" srcOrd="0" destOrd="0" parTransId="{6DB1E9DF-AE6C-4211-92AB-CD8F3AD626C7}" sibTransId="{6E3A1ED0-B238-4644-AD76-428BD46459F4}"/>
    <dgm:cxn modelId="{42E54520-10C1-41D5-8EA9-741AB994F80D}" type="presOf" srcId="{5B875CF0-4807-4B8F-87BD-91549C804A7A}" destId="{80A034AC-2F6B-4D33-9A57-9B2B7F142A3C}" srcOrd="0" destOrd="0" presId="urn:microsoft.com/office/officeart/2018/2/layout/IconVerticalSolidList"/>
    <dgm:cxn modelId="{01068176-717A-4D18-BE60-34C77E684454}" srcId="{2EF1488B-A55F-49B5-B500-5C671491AD04}" destId="{5B875CF0-4807-4B8F-87BD-91549C804A7A}" srcOrd="1" destOrd="0" parTransId="{8DCD1739-0514-40BA-B6CE-DA8C6A8B8C95}" sibTransId="{83875BDE-FE8B-4B02-8552-4057BACD8768}"/>
    <dgm:cxn modelId="{8FDC557B-29BD-44A1-8EFD-775D56D7505B}" type="presOf" srcId="{B13223A2-C14C-43AF-B309-0B4787B39F43}" destId="{0AAAEA3D-6CEE-404C-BF88-D25FFD89CAF1}" srcOrd="0" destOrd="0" presId="urn:microsoft.com/office/officeart/2018/2/layout/IconVerticalSolidList"/>
    <dgm:cxn modelId="{89FD9CC0-D70B-441F-BA9F-499405EBB0B4}" type="presOf" srcId="{36D37A32-D039-4C9D-9B11-AF55508CE06A}" destId="{21E1778B-DE2B-4F26-9BC1-62D0E19E5C40}" srcOrd="0" destOrd="0" presId="urn:microsoft.com/office/officeart/2018/2/layout/IconVerticalSolidList"/>
    <dgm:cxn modelId="{C4B53EEF-735C-4112-B7FD-FAF671173A2A}" type="presOf" srcId="{2EF1488B-A55F-49B5-B500-5C671491AD04}" destId="{8265D977-7F74-4D51-AC64-4513676FDE9B}" srcOrd="0" destOrd="0" presId="urn:microsoft.com/office/officeart/2018/2/layout/IconVerticalSolidList"/>
    <dgm:cxn modelId="{47C4015D-1247-4417-B6D2-B1D850F861A6}" type="presParOf" srcId="{8265D977-7F74-4D51-AC64-4513676FDE9B}" destId="{C9C5E154-1D8E-4AB2-A6BC-26A819FB93EA}" srcOrd="0" destOrd="0" presId="urn:microsoft.com/office/officeart/2018/2/layout/IconVerticalSolidList"/>
    <dgm:cxn modelId="{FA263BCD-6D0B-4AC2-AE02-8F3787CFB48A}" type="presParOf" srcId="{C9C5E154-1D8E-4AB2-A6BC-26A819FB93EA}" destId="{85B4428C-2316-436E-97CA-24D672ED772B}" srcOrd="0" destOrd="0" presId="urn:microsoft.com/office/officeart/2018/2/layout/IconVerticalSolidList"/>
    <dgm:cxn modelId="{ACFF647D-01B4-45C6-8368-058DC237599B}" type="presParOf" srcId="{C9C5E154-1D8E-4AB2-A6BC-26A819FB93EA}" destId="{D9CA05D1-5A9A-4C28-8F3A-A8814602622C}" srcOrd="1" destOrd="0" presId="urn:microsoft.com/office/officeart/2018/2/layout/IconVerticalSolidList"/>
    <dgm:cxn modelId="{62AFC000-1224-4F33-AC8E-15DF2070DC5B}" type="presParOf" srcId="{C9C5E154-1D8E-4AB2-A6BC-26A819FB93EA}" destId="{74654594-C65E-4DA1-A9A5-793D31D83535}" srcOrd="2" destOrd="0" presId="urn:microsoft.com/office/officeart/2018/2/layout/IconVerticalSolidList"/>
    <dgm:cxn modelId="{3FD63F07-26A7-40FA-8ACE-B52D93262D97}" type="presParOf" srcId="{C9C5E154-1D8E-4AB2-A6BC-26A819FB93EA}" destId="{21E1778B-DE2B-4F26-9BC1-62D0E19E5C40}" srcOrd="3" destOrd="0" presId="urn:microsoft.com/office/officeart/2018/2/layout/IconVerticalSolidList"/>
    <dgm:cxn modelId="{6C4EB749-94A6-4A75-A908-073D7C802E37}" type="presParOf" srcId="{8265D977-7F74-4D51-AC64-4513676FDE9B}" destId="{271FBAE4-113E-4A10-B457-9B73A818C608}" srcOrd="1" destOrd="0" presId="urn:microsoft.com/office/officeart/2018/2/layout/IconVerticalSolidList"/>
    <dgm:cxn modelId="{FE4BCEB5-A124-4BF6-A2FF-7AA7E9A53DF4}" type="presParOf" srcId="{8265D977-7F74-4D51-AC64-4513676FDE9B}" destId="{2EA2C928-4BFE-4E4A-A265-43819893EF21}" srcOrd="2" destOrd="0" presId="urn:microsoft.com/office/officeart/2018/2/layout/IconVerticalSolidList"/>
    <dgm:cxn modelId="{B67B3182-ABED-48C6-A3E1-33BA0EE85FC3}" type="presParOf" srcId="{2EA2C928-4BFE-4E4A-A265-43819893EF21}" destId="{2962EA72-E270-4B4D-9A8D-4AFF0AEA37CD}" srcOrd="0" destOrd="0" presId="urn:microsoft.com/office/officeart/2018/2/layout/IconVerticalSolidList"/>
    <dgm:cxn modelId="{6328DCED-707B-4F05-9DAA-0F0F9B81E29C}" type="presParOf" srcId="{2EA2C928-4BFE-4E4A-A265-43819893EF21}" destId="{4D333FE3-9215-4368-8278-F5F3AF0DEC2A}" srcOrd="1" destOrd="0" presId="urn:microsoft.com/office/officeart/2018/2/layout/IconVerticalSolidList"/>
    <dgm:cxn modelId="{A08B3384-6952-47CA-ABC4-B283439D170E}" type="presParOf" srcId="{2EA2C928-4BFE-4E4A-A265-43819893EF21}" destId="{606D6C50-7FB1-42AF-8DCF-FE1A44EAC97E}" srcOrd="2" destOrd="0" presId="urn:microsoft.com/office/officeart/2018/2/layout/IconVerticalSolidList"/>
    <dgm:cxn modelId="{76E9BCF0-CA3F-4671-BAB3-9DC80C42D1EB}" type="presParOf" srcId="{2EA2C928-4BFE-4E4A-A265-43819893EF21}" destId="{80A034AC-2F6B-4D33-9A57-9B2B7F142A3C}" srcOrd="3" destOrd="0" presId="urn:microsoft.com/office/officeart/2018/2/layout/IconVerticalSolidList"/>
    <dgm:cxn modelId="{0617E554-9387-432A-A74A-8F5C9F042523}" type="presParOf" srcId="{8265D977-7F74-4D51-AC64-4513676FDE9B}" destId="{BFEB8B3D-D26F-468B-AEA5-0B5F53068D8A}" srcOrd="3" destOrd="0" presId="urn:microsoft.com/office/officeart/2018/2/layout/IconVerticalSolidList"/>
    <dgm:cxn modelId="{8371D8B1-42DC-4BCC-83E3-886EF608C4DD}" type="presParOf" srcId="{8265D977-7F74-4D51-AC64-4513676FDE9B}" destId="{684D1F5F-9A1E-4C47-95C7-92FA66051473}" srcOrd="4" destOrd="0" presId="urn:microsoft.com/office/officeart/2018/2/layout/IconVerticalSolidList"/>
    <dgm:cxn modelId="{9C0264BA-DDB9-4362-981F-7337D6A8E6EE}" type="presParOf" srcId="{684D1F5F-9A1E-4C47-95C7-92FA66051473}" destId="{A0C1CCD6-A7BF-4924-8E6F-9EB09A79D57B}" srcOrd="0" destOrd="0" presId="urn:microsoft.com/office/officeart/2018/2/layout/IconVerticalSolidList"/>
    <dgm:cxn modelId="{5CA7A76F-F9A0-4053-860D-4F216890B059}" type="presParOf" srcId="{684D1F5F-9A1E-4C47-95C7-92FA66051473}" destId="{B2065B79-19C6-453A-A23D-AEB68E03D875}" srcOrd="1" destOrd="0" presId="urn:microsoft.com/office/officeart/2018/2/layout/IconVerticalSolidList"/>
    <dgm:cxn modelId="{7A173398-DA23-4FC0-8806-FD36B8395D3F}" type="presParOf" srcId="{684D1F5F-9A1E-4C47-95C7-92FA66051473}" destId="{595CB6CF-D343-4172-9F3A-88D3E4DAF939}" srcOrd="2" destOrd="0" presId="urn:microsoft.com/office/officeart/2018/2/layout/IconVerticalSolidList"/>
    <dgm:cxn modelId="{56ED96F8-2860-41FA-BC08-51D9B6FF44B3}" type="presParOf" srcId="{684D1F5F-9A1E-4C47-95C7-92FA66051473}" destId="{0AAAEA3D-6CEE-404C-BF88-D25FFD89CA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0E4928-963D-4E49-9FB5-8ED2CDED50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BA6EA89-249F-497F-94CD-391539F580E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Aptos"/>
            </a:rPr>
            <a:t>The breach exposed highly sensitive information, such as birth dates, addresses, and social security numbers of approximately 145 million people.</a:t>
          </a:r>
          <a:endParaRPr lang="en-US">
            <a:latin typeface="Aptos"/>
          </a:endParaRPr>
        </a:p>
      </dgm:t>
    </dgm:pt>
    <dgm:pt modelId="{C6784E7C-4459-4776-A9E9-3B4F09C4B5AF}" type="parTrans" cxnId="{C9441C92-F05E-471B-A6E5-2C9EFA2FBE69}">
      <dgm:prSet/>
      <dgm:spPr/>
      <dgm:t>
        <a:bodyPr/>
        <a:lstStyle/>
        <a:p>
          <a:endParaRPr lang="en-US"/>
        </a:p>
      </dgm:t>
    </dgm:pt>
    <dgm:pt modelId="{82F03011-FB12-4ECF-B938-4407CAA0E8B6}" type="sibTrans" cxnId="{C9441C92-F05E-471B-A6E5-2C9EFA2FBE69}">
      <dgm:prSet/>
      <dgm:spPr/>
      <dgm:t>
        <a:bodyPr/>
        <a:lstStyle/>
        <a:p>
          <a:endParaRPr lang="en-US"/>
        </a:p>
      </dgm:t>
    </dgm:pt>
    <dgm:pt modelId="{13ED1AE0-B127-4E41-9249-5EE63E24CA8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Aptos"/>
            </a:rPr>
            <a:t>Over 200,000 people's credit card information was exposed.</a:t>
          </a:r>
          <a:endParaRPr lang="en-US">
            <a:latin typeface="Aptos"/>
          </a:endParaRPr>
        </a:p>
      </dgm:t>
    </dgm:pt>
    <dgm:pt modelId="{DB6B9A70-8A57-4B8C-B7D7-A9001865205D}" type="parTrans" cxnId="{93FCB893-F469-4AF5-8C88-6686418FA89E}">
      <dgm:prSet/>
      <dgm:spPr/>
      <dgm:t>
        <a:bodyPr/>
        <a:lstStyle/>
        <a:p>
          <a:endParaRPr lang="en-US"/>
        </a:p>
      </dgm:t>
    </dgm:pt>
    <dgm:pt modelId="{4355CD97-837F-4488-9642-F6CCCB9C8F2A}" type="sibTrans" cxnId="{93FCB893-F469-4AF5-8C88-6686418FA89E}">
      <dgm:prSet/>
      <dgm:spPr/>
      <dgm:t>
        <a:bodyPr/>
        <a:lstStyle/>
        <a:p>
          <a:endParaRPr lang="en-US"/>
        </a:p>
      </dgm:t>
    </dgm:pt>
    <dgm:pt modelId="{68815EB0-789B-4C19-B14D-471B6471163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latin typeface="Aptos"/>
            </a:rPr>
            <a:t>This was a huge data breach which affected many people's financial security and privacy.</a:t>
          </a:r>
          <a:endParaRPr lang="en-US">
            <a:latin typeface="Aptos"/>
          </a:endParaRPr>
        </a:p>
      </dgm:t>
    </dgm:pt>
    <dgm:pt modelId="{B8F5FB52-4FFD-41A1-9FA7-45861654941B}" type="parTrans" cxnId="{78CA4ADD-9CAC-45FA-AC89-AB749D4FEF52}">
      <dgm:prSet/>
      <dgm:spPr/>
      <dgm:t>
        <a:bodyPr/>
        <a:lstStyle/>
        <a:p>
          <a:endParaRPr lang="en-US"/>
        </a:p>
      </dgm:t>
    </dgm:pt>
    <dgm:pt modelId="{825D0309-9459-424F-A32F-9C78B48F7B9C}" type="sibTrans" cxnId="{78CA4ADD-9CAC-45FA-AC89-AB749D4FEF52}">
      <dgm:prSet/>
      <dgm:spPr/>
      <dgm:t>
        <a:bodyPr/>
        <a:lstStyle/>
        <a:p>
          <a:endParaRPr lang="en-US"/>
        </a:p>
      </dgm:t>
    </dgm:pt>
    <dgm:pt modelId="{33BD1D73-0DA8-4527-9FD3-6D8CA90B03F3}" type="pres">
      <dgm:prSet presAssocID="{D00E4928-963D-4E49-9FB5-8ED2CDED50EC}" presName="root" presStyleCnt="0">
        <dgm:presLayoutVars>
          <dgm:dir/>
          <dgm:resizeHandles val="exact"/>
        </dgm:presLayoutVars>
      </dgm:prSet>
      <dgm:spPr/>
    </dgm:pt>
    <dgm:pt modelId="{BE031451-6EAF-4E34-94A1-66DEF7230048}" type="pres">
      <dgm:prSet presAssocID="{ABA6EA89-249F-497F-94CD-391539F580E0}" presName="compNode" presStyleCnt="0"/>
      <dgm:spPr/>
    </dgm:pt>
    <dgm:pt modelId="{B3D3D52B-3607-40CD-841A-D75AE661CF14}" type="pres">
      <dgm:prSet presAssocID="{ABA6EA89-249F-497F-94CD-391539F580E0}" presName="bgRect" presStyleLbl="bgShp" presStyleIdx="0" presStyleCnt="3"/>
      <dgm:spPr/>
    </dgm:pt>
    <dgm:pt modelId="{FB1B37CF-FC3A-48E4-BF08-3AD1D16E3E71}" type="pres">
      <dgm:prSet presAssocID="{ABA6EA89-249F-497F-94CD-391539F580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AEEF174D-390C-4ED2-9BB4-602DBAFF4AC2}" type="pres">
      <dgm:prSet presAssocID="{ABA6EA89-249F-497F-94CD-391539F580E0}" presName="spaceRect" presStyleCnt="0"/>
      <dgm:spPr/>
    </dgm:pt>
    <dgm:pt modelId="{649DEAE8-F6DA-4813-8F6B-DDBC27ADC4D2}" type="pres">
      <dgm:prSet presAssocID="{ABA6EA89-249F-497F-94CD-391539F580E0}" presName="parTx" presStyleLbl="revTx" presStyleIdx="0" presStyleCnt="3">
        <dgm:presLayoutVars>
          <dgm:chMax val="0"/>
          <dgm:chPref val="0"/>
        </dgm:presLayoutVars>
      </dgm:prSet>
      <dgm:spPr/>
    </dgm:pt>
    <dgm:pt modelId="{8879676A-3A9F-4A9F-AC35-920ECA762A00}" type="pres">
      <dgm:prSet presAssocID="{82F03011-FB12-4ECF-B938-4407CAA0E8B6}" presName="sibTrans" presStyleCnt="0"/>
      <dgm:spPr/>
    </dgm:pt>
    <dgm:pt modelId="{83EB5D60-5E34-4DA3-8019-CA0677FEBCC4}" type="pres">
      <dgm:prSet presAssocID="{13ED1AE0-B127-4E41-9249-5EE63E24CA88}" presName="compNode" presStyleCnt="0"/>
      <dgm:spPr/>
    </dgm:pt>
    <dgm:pt modelId="{278AFD16-FED0-4F1C-B39B-79252CB1A07E}" type="pres">
      <dgm:prSet presAssocID="{13ED1AE0-B127-4E41-9249-5EE63E24CA88}" presName="bgRect" presStyleLbl="bgShp" presStyleIdx="1" presStyleCnt="3"/>
      <dgm:spPr/>
    </dgm:pt>
    <dgm:pt modelId="{98959865-144F-41C8-886E-9BF32D5FA7AB}" type="pres">
      <dgm:prSet presAssocID="{13ED1AE0-B127-4E41-9249-5EE63E24CA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727DCA8-9B7D-4A55-A24B-94A3EF2BCFAF}" type="pres">
      <dgm:prSet presAssocID="{13ED1AE0-B127-4E41-9249-5EE63E24CA88}" presName="spaceRect" presStyleCnt="0"/>
      <dgm:spPr/>
    </dgm:pt>
    <dgm:pt modelId="{3C3AD248-FD16-41CE-A127-470B22C4C2E9}" type="pres">
      <dgm:prSet presAssocID="{13ED1AE0-B127-4E41-9249-5EE63E24CA88}" presName="parTx" presStyleLbl="revTx" presStyleIdx="1" presStyleCnt="3">
        <dgm:presLayoutVars>
          <dgm:chMax val="0"/>
          <dgm:chPref val="0"/>
        </dgm:presLayoutVars>
      </dgm:prSet>
      <dgm:spPr/>
    </dgm:pt>
    <dgm:pt modelId="{40D7C51B-17AC-4BF6-8FD5-3040C372236E}" type="pres">
      <dgm:prSet presAssocID="{4355CD97-837F-4488-9642-F6CCCB9C8F2A}" presName="sibTrans" presStyleCnt="0"/>
      <dgm:spPr/>
    </dgm:pt>
    <dgm:pt modelId="{DA08FEA6-09B8-446E-98AC-20D188C89AE3}" type="pres">
      <dgm:prSet presAssocID="{68815EB0-789B-4C19-B14D-471B64711639}" presName="compNode" presStyleCnt="0"/>
      <dgm:spPr/>
    </dgm:pt>
    <dgm:pt modelId="{213BF94F-40F1-4EB1-A857-BCBC348FE776}" type="pres">
      <dgm:prSet presAssocID="{68815EB0-789B-4C19-B14D-471B64711639}" presName="bgRect" presStyleLbl="bgShp" presStyleIdx="2" presStyleCnt="3"/>
      <dgm:spPr/>
    </dgm:pt>
    <dgm:pt modelId="{D8829C04-BE82-4D53-8D7D-DB154143DFB3}" type="pres">
      <dgm:prSet presAssocID="{68815EB0-789B-4C19-B14D-471B647116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FBF23B2-FEAE-4E5D-9ABD-F460275A6BB2}" type="pres">
      <dgm:prSet presAssocID="{68815EB0-789B-4C19-B14D-471B64711639}" presName="spaceRect" presStyleCnt="0"/>
      <dgm:spPr/>
    </dgm:pt>
    <dgm:pt modelId="{A6F4761E-5D99-4D3C-BA51-3795CAAF7ABF}" type="pres">
      <dgm:prSet presAssocID="{68815EB0-789B-4C19-B14D-471B6471163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A591D14-001B-42E9-A89B-22FCEEB05CF4}" type="presOf" srcId="{ABA6EA89-249F-497F-94CD-391539F580E0}" destId="{649DEAE8-F6DA-4813-8F6B-DDBC27ADC4D2}" srcOrd="0" destOrd="0" presId="urn:microsoft.com/office/officeart/2018/2/layout/IconVerticalSolidList"/>
    <dgm:cxn modelId="{5F025128-17B5-4FA2-AA71-4DC662B79748}" type="presOf" srcId="{13ED1AE0-B127-4E41-9249-5EE63E24CA88}" destId="{3C3AD248-FD16-41CE-A127-470B22C4C2E9}" srcOrd="0" destOrd="0" presId="urn:microsoft.com/office/officeart/2018/2/layout/IconVerticalSolidList"/>
    <dgm:cxn modelId="{3132522B-BA79-475B-9B95-AA5E2B76DBC4}" type="presOf" srcId="{D00E4928-963D-4E49-9FB5-8ED2CDED50EC}" destId="{33BD1D73-0DA8-4527-9FD3-6D8CA90B03F3}" srcOrd="0" destOrd="0" presId="urn:microsoft.com/office/officeart/2018/2/layout/IconVerticalSolidList"/>
    <dgm:cxn modelId="{CAEC632C-D9A2-45CE-B296-88B4666F5252}" type="presOf" srcId="{68815EB0-789B-4C19-B14D-471B64711639}" destId="{A6F4761E-5D99-4D3C-BA51-3795CAAF7ABF}" srcOrd="0" destOrd="0" presId="urn:microsoft.com/office/officeart/2018/2/layout/IconVerticalSolidList"/>
    <dgm:cxn modelId="{C9441C92-F05E-471B-A6E5-2C9EFA2FBE69}" srcId="{D00E4928-963D-4E49-9FB5-8ED2CDED50EC}" destId="{ABA6EA89-249F-497F-94CD-391539F580E0}" srcOrd="0" destOrd="0" parTransId="{C6784E7C-4459-4776-A9E9-3B4F09C4B5AF}" sibTransId="{82F03011-FB12-4ECF-B938-4407CAA0E8B6}"/>
    <dgm:cxn modelId="{93FCB893-F469-4AF5-8C88-6686418FA89E}" srcId="{D00E4928-963D-4E49-9FB5-8ED2CDED50EC}" destId="{13ED1AE0-B127-4E41-9249-5EE63E24CA88}" srcOrd="1" destOrd="0" parTransId="{DB6B9A70-8A57-4B8C-B7D7-A9001865205D}" sibTransId="{4355CD97-837F-4488-9642-F6CCCB9C8F2A}"/>
    <dgm:cxn modelId="{78CA4ADD-9CAC-45FA-AC89-AB749D4FEF52}" srcId="{D00E4928-963D-4E49-9FB5-8ED2CDED50EC}" destId="{68815EB0-789B-4C19-B14D-471B64711639}" srcOrd="2" destOrd="0" parTransId="{B8F5FB52-4FFD-41A1-9FA7-45861654941B}" sibTransId="{825D0309-9459-424F-A32F-9C78B48F7B9C}"/>
    <dgm:cxn modelId="{DFE453BD-875A-4934-9839-50D7D876D872}" type="presParOf" srcId="{33BD1D73-0DA8-4527-9FD3-6D8CA90B03F3}" destId="{BE031451-6EAF-4E34-94A1-66DEF7230048}" srcOrd="0" destOrd="0" presId="urn:microsoft.com/office/officeart/2018/2/layout/IconVerticalSolidList"/>
    <dgm:cxn modelId="{557AC704-029E-454D-9103-C1C61E734081}" type="presParOf" srcId="{BE031451-6EAF-4E34-94A1-66DEF7230048}" destId="{B3D3D52B-3607-40CD-841A-D75AE661CF14}" srcOrd="0" destOrd="0" presId="urn:microsoft.com/office/officeart/2018/2/layout/IconVerticalSolidList"/>
    <dgm:cxn modelId="{5352EB48-058B-4C33-9751-D102018D49DB}" type="presParOf" srcId="{BE031451-6EAF-4E34-94A1-66DEF7230048}" destId="{FB1B37CF-FC3A-48E4-BF08-3AD1D16E3E71}" srcOrd="1" destOrd="0" presId="urn:microsoft.com/office/officeart/2018/2/layout/IconVerticalSolidList"/>
    <dgm:cxn modelId="{776F56A6-1523-4F6B-95D6-78127B7C090D}" type="presParOf" srcId="{BE031451-6EAF-4E34-94A1-66DEF7230048}" destId="{AEEF174D-390C-4ED2-9BB4-602DBAFF4AC2}" srcOrd="2" destOrd="0" presId="urn:microsoft.com/office/officeart/2018/2/layout/IconVerticalSolidList"/>
    <dgm:cxn modelId="{C96155A5-BE72-4DF3-8E0F-28DD20FD2F59}" type="presParOf" srcId="{BE031451-6EAF-4E34-94A1-66DEF7230048}" destId="{649DEAE8-F6DA-4813-8F6B-DDBC27ADC4D2}" srcOrd="3" destOrd="0" presId="urn:microsoft.com/office/officeart/2018/2/layout/IconVerticalSolidList"/>
    <dgm:cxn modelId="{486484D6-95D4-4366-8614-FCE120E95CF4}" type="presParOf" srcId="{33BD1D73-0DA8-4527-9FD3-6D8CA90B03F3}" destId="{8879676A-3A9F-4A9F-AC35-920ECA762A00}" srcOrd="1" destOrd="0" presId="urn:microsoft.com/office/officeart/2018/2/layout/IconVerticalSolidList"/>
    <dgm:cxn modelId="{D24986BF-462B-42B2-A55D-7E57B57A156B}" type="presParOf" srcId="{33BD1D73-0DA8-4527-9FD3-6D8CA90B03F3}" destId="{83EB5D60-5E34-4DA3-8019-CA0677FEBCC4}" srcOrd="2" destOrd="0" presId="urn:microsoft.com/office/officeart/2018/2/layout/IconVerticalSolidList"/>
    <dgm:cxn modelId="{1D925198-F61F-4715-A039-862A1AD116AD}" type="presParOf" srcId="{83EB5D60-5E34-4DA3-8019-CA0677FEBCC4}" destId="{278AFD16-FED0-4F1C-B39B-79252CB1A07E}" srcOrd="0" destOrd="0" presId="urn:microsoft.com/office/officeart/2018/2/layout/IconVerticalSolidList"/>
    <dgm:cxn modelId="{267F92F7-7038-4A84-B849-7C3BF99407CE}" type="presParOf" srcId="{83EB5D60-5E34-4DA3-8019-CA0677FEBCC4}" destId="{98959865-144F-41C8-886E-9BF32D5FA7AB}" srcOrd="1" destOrd="0" presId="urn:microsoft.com/office/officeart/2018/2/layout/IconVerticalSolidList"/>
    <dgm:cxn modelId="{73D2E66B-3283-448E-ABE7-AD0C6EC68567}" type="presParOf" srcId="{83EB5D60-5E34-4DA3-8019-CA0677FEBCC4}" destId="{5727DCA8-9B7D-4A55-A24B-94A3EF2BCFAF}" srcOrd="2" destOrd="0" presId="urn:microsoft.com/office/officeart/2018/2/layout/IconVerticalSolidList"/>
    <dgm:cxn modelId="{66E6C8B5-61CF-43DA-80B3-8FB321BFB8B7}" type="presParOf" srcId="{83EB5D60-5E34-4DA3-8019-CA0677FEBCC4}" destId="{3C3AD248-FD16-41CE-A127-470B22C4C2E9}" srcOrd="3" destOrd="0" presId="urn:microsoft.com/office/officeart/2018/2/layout/IconVerticalSolidList"/>
    <dgm:cxn modelId="{DE6BDAD8-BAB3-41A7-9EC8-0B839BB40F40}" type="presParOf" srcId="{33BD1D73-0DA8-4527-9FD3-6D8CA90B03F3}" destId="{40D7C51B-17AC-4BF6-8FD5-3040C372236E}" srcOrd="3" destOrd="0" presId="urn:microsoft.com/office/officeart/2018/2/layout/IconVerticalSolidList"/>
    <dgm:cxn modelId="{1C6BD419-6E29-471F-9E40-3B26FCA964DE}" type="presParOf" srcId="{33BD1D73-0DA8-4527-9FD3-6D8CA90B03F3}" destId="{DA08FEA6-09B8-446E-98AC-20D188C89AE3}" srcOrd="4" destOrd="0" presId="urn:microsoft.com/office/officeart/2018/2/layout/IconVerticalSolidList"/>
    <dgm:cxn modelId="{B7DF17EE-1284-4626-AFA5-4F2469A9222E}" type="presParOf" srcId="{DA08FEA6-09B8-446E-98AC-20D188C89AE3}" destId="{213BF94F-40F1-4EB1-A857-BCBC348FE776}" srcOrd="0" destOrd="0" presId="urn:microsoft.com/office/officeart/2018/2/layout/IconVerticalSolidList"/>
    <dgm:cxn modelId="{0402709F-C8A7-4EDB-82DE-649F4030984F}" type="presParOf" srcId="{DA08FEA6-09B8-446E-98AC-20D188C89AE3}" destId="{D8829C04-BE82-4D53-8D7D-DB154143DFB3}" srcOrd="1" destOrd="0" presId="urn:microsoft.com/office/officeart/2018/2/layout/IconVerticalSolidList"/>
    <dgm:cxn modelId="{CAFEEFF3-9D60-4960-BEAE-FA9AEC49CF33}" type="presParOf" srcId="{DA08FEA6-09B8-446E-98AC-20D188C89AE3}" destId="{BFBF23B2-FEAE-4E5D-9ABD-F460275A6BB2}" srcOrd="2" destOrd="0" presId="urn:microsoft.com/office/officeart/2018/2/layout/IconVerticalSolidList"/>
    <dgm:cxn modelId="{4242061E-168A-4801-870E-0DC6C64E6B04}" type="presParOf" srcId="{DA08FEA6-09B8-446E-98AC-20D188C89AE3}" destId="{A6F4761E-5D99-4D3C-BA51-3795CAAF7A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53BB41-F7B3-403B-A3C1-B079742F0F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2FF37C-0DAD-4B12-A40D-D07AA032B6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hackers gained access to Equifax's network by exploiting the CVE-2017-5638 vulnerability on their website.</a:t>
          </a:r>
          <a:endParaRPr lang="en-US"/>
        </a:p>
      </dgm:t>
    </dgm:pt>
    <dgm:pt modelId="{E6261401-754C-4C06-8257-1DAD03FB811C}" type="parTrans" cxnId="{FD601DBE-9301-4ABB-9F8F-8992C995504C}">
      <dgm:prSet/>
      <dgm:spPr/>
      <dgm:t>
        <a:bodyPr/>
        <a:lstStyle/>
        <a:p>
          <a:endParaRPr lang="en-US"/>
        </a:p>
      </dgm:t>
    </dgm:pt>
    <dgm:pt modelId="{AEAF8035-8C41-4DD8-9008-9F426E77F7F8}" type="sibTrans" cxnId="{FD601DBE-9301-4ABB-9F8F-8992C995504C}">
      <dgm:prSet/>
      <dgm:spPr/>
      <dgm:t>
        <a:bodyPr/>
        <a:lstStyle/>
        <a:p>
          <a:endParaRPr lang="en-US"/>
        </a:p>
      </dgm:t>
    </dgm:pt>
    <dgm:pt modelId="{2F9ECB7C-5D16-43B2-978B-63D14966C2A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CVE-2017-5638 is a massive security flaw that allowed hackers to run commands on a server without permission.</a:t>
          </a:r>
          <a:endParaRPr lang="en-US"/>
        </a:p>
      </dgm:t>
    </dgm:pt>
    <dgm:pt modelId="{F89C4599-F647-43C4-9D22-C67456CD58E3}" type="parTrans" cxnId="{1A5875AA-7134-43AB-9D14-4B444EEB0414}">
      <dgm:prSet/>
      <dgm:spPr/>
      <dgm:t>
        <a:bodyPr/>
        <a:lstStyle/>
        <a:p>
          <a:endParaRPr lang="en-US"/>
        </a:p>
      </dgm:t>
    </dgm:pt>
    <dgm:pt modelId="{1343BD25-FAA7-4EF4-9BA3-26B07DF71E64}" type="sibTrans" cxnId="{1A5875AA-7134-43AB-9D14-4B444EEB0414}">
      <dgm:prSet/>
      <dgm:spPr/>
      <dgm:t>
        <a:bodyPr/>
        <a:lstStyle/>
        <a:p>
          <a:endParaRPr lang="en-US"/>
        </a:p>
      </dgm:t>
    </dgm:pt>
    <dgm:pt modelId="{A2B239FD-C083-4B2C-BC9F-D790848FB51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This happens when the server mishandles file upload headers. Hackers could send a request that allowed them to take control of  the server.</a:t>
          </a:r>
          <a:endParaRPr lang="en-US"/>
        </a:p>
      </dgm:t>
    </dgm:pt>
    <dgm:pt modelId="{DBE933C8-E612-48CC-8897-0525AF2D1B2E}" type="parTrans" cxnId="{1317E968-79C9-451B-85CB-727578E8AD21}">
      <dgm:prSet/>
      <dgm:spPr/>
      <dgm:t>
        <a:bodyPr/>
        <a:lstStyle/>
        <a:p>
          <a:endParaRPr lang="en-US"/>
        </a:p>
      </dgm:t>
    </dgm:pt>
    <dgm:pt modelId="{C679C648-7014-4D32-8934-860F0CF71D47}" type="sibTrans" cxnId="{1317E968-79C9-451B-85CB-727578E8AD21}">
      <dgm:prSet/>
      <dgm:spPr/>
      <dgm:t>
        <a:bodyPr/>
        <a:lstStyle/>
        <a:p>
          <a:endParaRPr lang="en-US"/>
        </a:p>
      </dgm:t>
    </dgm:pt>
    <dgm:pt modelId="{2D001B23-CE08-4C75-BAAD-CCC1EB2B974C}" type="pres">
      <dgm:prSet presAssocID="{DE53BB41-F7B3-403B-A3C1-B079742F0F80}" presName="root" presStyleCnt="0">
        <dgm:presLayoutVars>
          <dgm:dir/>
          <dgm:resizeHandles val="exact"/>
        </dgm:presLayoutVars>
      </dgm:prSet>
      <dgm:spPr/>
    </dgm:pt>
    <dgm:pt modelId="{F6FC419D-BF5A-4F4A-B3A2-136920DC51DF}" type="pres">
      <dgm:prSet presAssocID="{962FF37C-0DAD-4B12-A40D-D07AA032B66A}" presName="compNode" presStyleCnt="0"/>
      <dgm:spPr/>
    </dgm:pt>
    <dgm:pt modelId="{9C36AC40-63AD-4AA8-9B44-2209B68792BA}" type="pres">
      <dgm:prSet presAssocID="{962FF37C-0DAD-4B12-A40D-D07AA032B66A}" presName="bgRect" presStyleLbl="bgShp" presStyleIdx="0" presStyleCnt="3"/>
      <dgm:spPr/>
    </dgm:pt>
    <dgm:pt modelId="{8A9179AC-5460-44D2-888C-A69D64FDE3F7}" type="pres">
      <dgm:prSet presAssocID="{962FF37C-0DAD-4B12-A40D-D07AA032B6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BB458B-9DB7-4BF0-A559-E8A07E0AED51}" type="pres">
      <dgm:prSet presAssocID="{962FF37C-0DAD-4B12-A40D-D07AA032B66A}" presName="spaceRect" presStyleCnt="0"/>
      <dgm:spPr/>
    </dgm:pt>
    <dgm:pt modelId="{EBF87FC6-9B72-462E-8650-710805080363}" type="pres">
      <dgm:prSet presAssocID="{962FF37C-0DAD-4B12-A40D-D07AA032B66A}" presName="parTx" presStyleLbl="revTx" presStyleIdx="0" presStyleCnt="3">
        <dgm:presLayoutVars>
          <dgm:chMax val="0"/>
          <dgm:chPref val="0"/>
        </dgm:presLayoutVars>
      </dgm:prSet>
      <dgm:spPr/>
    </dgm:pt>
    <dgm:pt modelId="{7E3BDBE3-3DF3-4589-8F5F-29A419EDC7AE}" type="pres">
      <dgm:prSet presAssocID="{AEAF8035-8C41-4DD8-9008-9F426E77F7F8}" presName="sibTrans" presStyleCnt="0"/>
      <dgm:spPr/>
    </dgm:pt>
    <dgm:pt modelId="{CE1488A6-F556-4A9E-8368-FCF967714070}" type="pres">
      <dgm:prSet presAssocID="{2F9ECB7C-5D16-43B2-978B-63D14966C2A1}" presName="compNode" presStyleCnt="0"/>
      <dgm:spPr/>
    </dgm:pt>
    <dgm:pt modelId="{90958417-7E9E-415B-8441-EA0BF36A639F}" type="pres">
      <dgm:prSet presAssocID="{2F9ECB7C-5D16-43B2-978B-63D14966C2A1}" presName="bgRect" presStyleLbl="bgShp" presStyleIdx="1" presStyleCnt="3"/>
      <dgm:spPr/>
    </dgm:pt>
    <dgm:pt modelId="{06FC5812-9A0F-40B3-BAE9-0F0C529962C2}" type="pres">
      <dgm:prSet presAssocID="{2F9ECB7C-5D16-43B2-978B-63D14966C2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FD9D572-E89B-4787-B5A6-90CABB2A240B}" type="pres">
      <dgm:prSet presAssocID="{2F9ECB7C-5D16-43B2-978B-63D14966C2A1}" presName="spaceRect" presStyleCnt="0"/>
      <dgm:spPr/>
    </dgm:pt>
    <dgm:pt modelId="{BCE74AAA-AB06-4AC4-A30B-ABBCFD9459B2}" type="pres">
      <dgm:prSet presAssocID="{2F9ECB7C-5D16-43B2-978B-63D14966C2A1}" presName="parTx" presStyleLbl="revTx" presStyleIdx="1" presStyleCnt="3">
        <dgm:presLayoutVars>
          <dgm:chMax val="0"/>
          <dgm:chPref val="0"/>
        </dgm:presLayoutVars>
      </dgm:prSet>
      <dgm:spPr/>
    </dgm:pt>
    <dgm:pt modelId="{CE0F0A1B-87EF-49C6-9E7A-B21902EAFDAA}" type="pres">
      <dgm:prSet presAssocID="{1343BD25-FAA7-4EF4-9BA3-26B07DF71E64}" presName="sibTrans" presStyleCnt="0"/>
      <dgm:spPr/>
    </dgm:pt>
    <dgm:pt modelId="{18282508-EEDB-45DA-BD9D-5721E7460DCB}" type="pres">
      <dgm:prSet presAssocID="{A2B239FD-C083-4B2C-BC9F-D790848FB51C}" presName="compNode" presStyleCnt="0"/>
      <dgm:spPr/>
    </dgm:pt>
    <dgm:pt modelId="{EF33093F-77E7-45D7-8DBD-3F8F92696B36}" type="pres">
      <dgm:prSet presAssocID="{A2B239FD-C083-4B2C-BC9F-D790848FB51C}" presName="bgRect" presStyleLbl="bgShp" presStyleIdx="2" presStyleCnt="3"/>
      <dgm:spPr/>
    </dgm:pt>
    <dgm:pt modelId="{2E737990-F934-42B5-84F1-3857691F1735}" type="pres">
      <dgm:prSet presAssocID="{A2B239FD-C083-4B2C-BC9F-D790848FB5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A3A1B706-85F8-4679-A2B8-73396458667F}" type="pres">
      <dgm:prSet presAssocID="{A2B239FD-C083-4B2C-BC9F-D790848FB51C}" presName="spaceRect" presStyleCnt="0"/>
      <dgm:spPr/>
    </dgm:pt>
    <dgm:pt modelId="{686EE671-B7CC-4C77-9DFE-73B7206A9FB4}" type="pres">
      <dgm:prSet presAssocID="{A2B239FD-C083-4B2C-BC9F-D790848FB51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835265C-4BFB-4085-AB81-C885374690CE}" type="presOf" srcId="{A2B239FD-C083-4B2C-BC9F-D790848FB51C}" destId="{686EE671-B7CC-4C77-9DFE-73B7206A9FB4}" srcOrd="0" destOrd="0" presId="urn:microsoft.com/office/officeart/2018/2/layout/IconVerticalSolidList"/>
    <dgm:cxn modelId="{1317E968-79C9-451B-85CB-727578E8AD21}" srcId="{DE53BB41-F7B3-403B-A3C1-B079742F0F80}" destId="{A2B239FD-C083-4B2C-BC9F-D790848FB51C}" srcOrd="2" destOrd="0" parTransId="{DBE933C8-E612-48CC-8897-0525AF2D1B2E}" sibTransId="{C679C648-7014-4D32-8934-860F0CF71D47}"/>
    <dgm:cxn modelId="{1A5875AA-7134-43AB-9D14-4B444EEB0414}" srcId="{DE53BB41-F7B3-403B-A3C1-B079742F0F80}" destId="{2F9ECB7C-5D16-43B2-978B-63D14966C2A1}" srcOrd="1" destOrd="0" parTransId="{F89C4599-F647-43C4-9D22-C67456CD58E3}" sibTransId="{1343BD25-FAA7-4EF4-9BA3-26B07DF71E64}"/>
    <dgm:cxn modelId="{FD601DBE-9301-4ABB-9F8F-8992C995504C}" srcId="{DE53BB41-F7B3-403B-A3C1-B079742F0F80}" destId="{962FF37C-0DAD-4B12-A40D-D07AA032B66A}" srcOrd="0" destOrd="0" parTransId="{E6261401-754C-4C06-8257-1DAD03FB811C}" sibTransId="{AEAF8035-8C41-4DD8-9008-9F426E77F7F8}"/>
    <dgm:cxn modelId="{188781E2-CDC6-4351-99BD-05B1D7746575}" type="presOf" srcId="{DE53BB41-F7B3-403B-A3C1-B079742F0F80}" destId="{2D001B23-CE08-4C75-BAAD-CCC1EB2B974C}" srcOrd="0" destOrd="0" presId="urn:microsoft.com/office/officeart/2018/2/layout/IconVerticalSolidList"/>
    <dgm:cxn modelId="{B7EE04E5-8600-418D-95B2-BB4291A08759}" type="presOf" srcId="{2F9ECB7C-5D16-43B2-978B-63D14966C2A1}" destId="{BCE74AAA-AB06-4AC4-A30B-ABBCFD9459B2}" srcOrd="0" destOrd="0" presId="urn:microsoft.com/office/officeart/2018/2/layout/IconVerticalSolidList"/>
    <dgm:cxn modelId="{6BDCD4FC-7B12-4F8E-8AB5-7A59BF238D73}" type="presOf" srcId="{962FF37C-0DAD-4B12-A40D-D07AA032B66A}" destId="{EBF87FC6-9B72-462E-8650-710805080363}" srcOrd="0" destOrd="0" presId="urn:microsoft.com/office/officeart/2018/2/layout/IconVerticalSolidList"/>
    <dgm:cxn modelId="{D3D0A72D-88CF-40F6-B72E-64D010ACED2A}" type="presParOf" srcId="{2D001B23-CE08-4C75-BAAD-CCC1EB2B974C}" destId="{F6FC419D-BF5A-4F4A-B3A2-136920DC51DF}" srcOrd="0" destOrd="0" presId="urn:microsoft.com/office/officeart/2018/2/layout/IconVerticalSolidList"/>
    <dgm:cxn modelId="{AE5AA38A-3513-4C1C-91B9-DF0E7871B6EC}" type="presParOf" srcId="{F6FC419D-BF5A-4F4A-B3A2-136920DC51DF}" destId="{9C36AC40-63AD-4AA8-9B44-2209B68792BA}" srcOrd="0" destOrd="0" presId="urn:microsoft.com/office/officeart/2018/2/layout/IconVerticalSolidList"/>
    <dgm:cxn modelId="{76524F98-018E-4058-8A9D-4BD390711B26}" type="presParOf" srcId="{F6FC419D-BF5A-4F4A-B3A2-136920DC51DF}" destId="{8A9179AC-5460-44D2-888C-A69D64FDE3F7}" srcOrd="1" destOrd="0" presId="urn:microsoft.com/office/officeart/2018/2/layout/IconVerticalSolidList"/>
    <dgm:cxn modelId="{578B2C02-404E-4486-B125-88E0EDFEE7A3}" type="presParOf" srcId="{F6FC419D-BF5A-4F4A-B3A2-136920DC51DF}" destId="{2ABB458B-9DB7-4BF0-A559-E8A07E0AED51}" srcOrd="2" destOrd="0" presId="urn:microsoft.com/office/officeart/2018/2/layout/IconVerticalSolidList"/>
    <dgm:cxn modelId="{E66D09C8-6817-44BC-9512-98AFB8511076}" type="presParOf" srcId="{F6FC419D-BF5A-4F4A-B3A2-136920DC51DF}" destId="{EBF87FC6-9B72-462E-8650-710805080363}" srcOrd="3" destOrd="0" presId="urn:microsoft.com/office/officeart/2018/2/layout/IconVerticalSolidList"/>
    <dgm:cxn modelId="{4EC86E90-E118-4CD1-9290-769A956E2B71}" type="presParOf" srcId="{2D001B23-CE08-4C75-BAAD-CCC1EB2B974C}" destId="{7E3BDBE3-3DF3-4589-8F5F-29A419EDC7AE}" srcOrd="1" destOrd="0" presId="urn:microsoft.com/office/officeart/2018/2/layout/IconVerticalSolidList"/>
    <dgm:cxn modelId="{272C094C-B393-45C2-802B-DAFEBA979929}" type="presParOf" srcId="{2D001B23-CE08-4C75-BAAD-CCC1EB2B974C}" destId="{CE1488A6-F556-4A9E-8368-FCF967714070}" srcOrd="2" destOrd="0" presId="urn:microsoft.com/office/officeart/2018/2/layout/IconVerticalSolidList"/>
    <dgm:cxn modelId="{50594822-79B3-449C-9E2B-E2BA363BCCC7}" type="presParOf" srcId="{CE1488A6-F556-4A9E-8368-FCF967714070}" destId="{90958417-7E9E-415B-8441-EA0BF36A639F}" srcOrd="0" destOrd="0" presId="urn:microsoft.com/office/officeart/2018/2/layout/IconVerticalSolidList"/>
    <dgm:cxn modelId="{FB410096-C459-440B-A7DE-D7D6C6384A1D}" type="presParOf" srcId="{CE1488A6-F556-4A9E-8368-FCF967714070}" destId="{06FC5812-9A0F-40B3-BAE9-0F0C529962C2}" srcOrd="1" destOrd="0" presId="urn:microsoft.com/office/officeart/2018/2/layout/IconVerticalSolidList"/>
    <dgm:cxn modelId="{6C495E0D-BD3C-4EC1-A0BD-088D68CC6F55}" type="presParOf" srcId="{CE1488A6-F556-4A9E-8368-FCF967714070}" destId="{1FD9D572-E89B-4787-B5A6-90CABB2A240B}" srcOrd="2" destOrd="0" presId="urn:microsoft.com/office/officeart/2018/2/layout/IconVerticalSolidList"/>
    <dgm:cxn modelId="{568724ED-8D15-4DBD-8B90-421A4014F72A}" type="presParOf" srcId="{CE1488A6-F556-4A9E-8368-FCF967714070}" destId="{BCE74AAA-AB06-4AC4-A30B-ABBCFD9459B2}" srcOrd="3" destOrd="0" presId="urn:microsoft.com/office/officeart/2018/2/layout/IconVerticalSolidList"/>
    <dgm:cxn modelId="{BA35007D-47EF-4F31-8FCE-31ECE3AE3716}" type="presParOf" srcId="{2D001B23-CE08-4C75-BAAD-CCC1EB2B974C}" destId="{CE0F0A1B-87EF-49C6-9E7A-B21902EAFDAA}" srcOrd="3" destOrd="0" presId="urn:microsoft.com/office/officeart/2018/2/layout/IconVerticalSolidList"/>
    <dgm:cxn modelId="{09431236-C099-4F0B-8BAB-F8E32F14E29D}" type="presParOf" srcId="{2D001B23-CE08-4C75-BAAD-CCC1EB2B974C}" destId="{18282508-EEDB-45DA-BD9D-5721E7460DCB}" srcOrd="4" destOrd="0" presId="urn:microsoft.com/office/officeart/2018/2/layout/IconVerticalSolidList"/>
    <dgm:cxn modelId="{1ED33202-E910-4D13-A754-EC9D93FFB6B5}" type="presParOf" srcId="{18282508-EEDB-45DA-BD9D-5721E7460DCB}" destId="{EF33093F-77E7-45D7-8DBD-3F8F92696B36}" srcOrd="0" destOrd="0" presId="urn:microsoft.com/office/officeart/2018/2/layout/IconVerticalSolidList"/>
    <dgm:cxn modelId="{A481C0A2-8F98-4F4E-BE67-C647A089043F}" type="presParOf" srcId="{18282508-EEDB-45DA-BD9D-5721E7460DCB}" destId="{2E737990-F934-42B5-84F1-3857691F1735}" srcOrd="1" destOrd="0" presId="urn:microsoft.com/office/officeart/2018/2/layout/IconVerticalSolidList"/>
    <dgm:cxn modelId="{C658DE7B-4499-4439-BB36-C6F27420BD0A}" type="presParOf" srcId="{18282508-EEDB-45DA-BD9D-5721E7460DCB}" destId="{A3A1B706-85F8-4679-A2B8-73396458667F}" srcOrd="2" destOrd="0" presId="urn:microsoft.com/office/officeart/2018/2/layout/IconVerticalSolidList"/>
    <dgm:cxn modelId="{504993B0-C2B0-4B64-8A91-59BE0142AC6E}" type="presParOf" srcId="{18282508-EEDB-45DA-BD9D-5721E7460DCB}" destId="{686EE671-B7CC-4C77-9DFE-73B7206A9F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53BB41-F7B3-403B-A3C1-B079742F0F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2FF37C-0DAD-4B12-A40D-D07AA032B66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GB" sz="1100">
              <a:latin typeface="Aptos"/>
              <a:ea typeface="Calibri"/>
              <a:cs typeface="Calibri"/>
            </a:rPr>
            <a:t>Once inside the servers, the hackers then moved on to other servers within the network, due to a lack of proper network segmentation (a network split into multiple parts, making it harder to reach information).</a:t>
          </a:r>
          <a:endParaRPr lang="en-GB">
            <a:latin typeface="Aptos"/>
          </a:endParaRPr>
        </a:p>
      </dgm:t>
    </dgm:pt>
    <dgm:pt modelId="{E6261401-754C-4C06-8257-1DAD03FB811C}" type="parTrans" cxnId="{FD601DBE-9301-4ABB-9F8F-8992C995504C}">
      <dgm:prSet/>
      <dgm:spPr/>
      <dgm:t>
        <a:bodyPr/>
        <a:lstStyle/>
        <a:p>
          <a:endParaRPr lang="en-US"/>
        </a:p>
      </dgm:t>
    </dgm:pt>
    <dgm:pt modelId="{AEAF8035-8C41-4DD8-9008-9F426E77F7F8}" type="sibTrans" cxnId="{FD601DBE-9301-4ABB-9F8F-8992C995504C}">
      <dgm:prSet/>
      <dgm:spPr/>
      <dgm:t>
        <a:bodyPr/>
        <a:lstStyle/>
        <a:p>
          <a:endParaRPr lang="en-US"/>
        </a:p>
      </dgm:t>
    </dgm:pt>
    <dgm:pt modelId="{2F9ECB7C-5D16-43B2-978B-63D14966C2A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GB" sz="1100">
              <a:latin typeface="Aptos"/>
              <a:ea typeface="Calibri"/>
              <a:cs typeface="Calibri"/>
            </a:rPr>
            <a:t>The hackers found plaintext credentials, this allowed them to access even more servers, and access more sensitive information.</a:t>
          </a:r>
          <a:endParaRPr lang="en-GB">
            <a:latin typeface="Aptos"/>
          </a:endParaRPr>
        </a:p>
      </dgm:t>
    </dgm:pt>
    <dgm:pt modelId="{F89C4599-F647-43C4-9D22-C67456CD58E3}" type="parTrans" cxnId="{1A5875AA-7134-43AB-9D14-4B444EEB0414}">
      <dgm:prSet/>
      <dgm:spPr/>
      <dgm:t>
        <a:bodyPr/>
        <a:lstStyle/>
        <a:p>
          <a:endParaRPr lang="en-US"/>
        </a:p>
      </dgm:t>
    </dgm:pt>
    <dgm:pt modelId="{1343BD25-FAA7-4EF4-9BA3-26B07DF71E64}" type="sibTrans" cxnId="{1A5875AA-7134-43AB-9D14-4B444EEB0414}">
      <dgm:prSet/>
      <dgm:spPr/>
      <dgm:t>
        <a:bodyPr/>
        <a:lstStyle/>
        <a:p>
          <a:endParaRPr lang="en-US"/>
        </a:p>
      </dgm:t>
    </dgm:pt>
    <dgm:pt modelId="{2D001B23-CE08-4C75-BAAD-CCC1EB2B974C}" type="pres">
      <dgm:prSet presAssocID="{DE53BB41-F7B3-403B-A3C1-B079742F0F80}" presName="root" presStyleCnt="0">
        <dgm:presLayoutVars>
          <dgm:dir/>
          <dgm:resizeHandles val="exact"/>
        </dgm:presLayoutVars>
      </dgm:prSet>
      <dgm:spPr/>
    </dgm:pt>
    <dgm:pt modelId="{F6FC419D-BF5A-4F4A-B3A2-136920DC51DF}" type="pres">
      <dgm:prSet presAssocID="{962FF37C-0DAD-4B12-A40D-D07AA032B66A}" presName="compNode" presStyleCnt="0"/>
      <dgm:spPr/>
    </dgm:pt>
    <dgm:pt modelId="{9C36AC40-63AD-4AA8-9B44-2209B68792BA}" type="pres">
      <dgm:prSet presAssocID="{962FF37C-0DAD-4B12-A40D-D07AA032B66A}" presName="bgRect" presStyleLbl="bgShp" presStyleIdx="0" presStyleCnt="2"/>
      <dgm:spPr/>
    </dgm:pt>
    <dgm:pt modelId="{8A9179AC-5460-44D2-888C-A69D64FDE3F7}" type="pres">
      <dgm:prSet presAssocID="{962FF37C-0DAD-4B12-A40D-D07AA032B6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BB458B-9DB7-4BF0-A559-E8A07E0AED51}" type="pres">
      <dgm:prSet presAssocID="{962FF37C-0DAD-4B12-A40D-D07AA032B66A}" presName="spaceRect" presStyleCnt="0"/>
      <dgm:spPr/>
    </dgm:pt>
    <dgm:pt modelId="{EBF87FC6-9B72-462E-8650-710805080363}" type="pres">
      <dgm:prSet presAssocID="{962FF37C-0DAD-4B12-A40D-D07AA032B66A}" presName="parTx" presStyleLbl="revTx" presStyleIdx="0" presStyleCnt="2">
        <dgm:presLayoutVars>
          <dgm:chMax val="0"/>
          <dgm:chPref val="0"/>
        </dgm:presLayoutVars>
      </dgm:prSet>
      <dgm:spPr/>
    </dgm:pt>
    <dgm:pt modelId="{7E3BDBE3-3DF3-4589-8F5F-29A419EDC7AE}" type="pres">
      <dgm:prSet presAssocID="{AEAF8035-8C41-4DD8-9008-9F426E77F7F8}" presName="sibTrans" presStyleCnt="0"/>
      <dgm:spPr/>
    </dgm:pt>
    <dgm:pt modelId="{CE1488A6-F556-4A9E-8368-FCF967714070}" type="pres">
      <dgm:prSet presAssocID="{2F9ECB7C-5D16-43B2-978B-63D14966C2A1}" presName="compNode" presStyleCnt="0"/>
      <dgm:spPr/>
    </dgm:pt>
    <dgm:pt modelId="{90958417-7E9E-415B-8441-EA0BF36A639F}" type="pres">
      <dgm:prSet presAssocID="{2F9ECB7C-5D16-43B2-978B-63D14966C2A1}" presName="bgRect" presStyleLbl="bgShp" presStyleIdx="1" presStyleCnt="2"/>
      <dgm:spPr/>
    </dgm:pt>
    <dgm:pt modelId="{06FC5812-9A0F-40B3-BAE9-0F0C529962C2}" type="pres">
      <dgm:prSet presAssocID="{2F9ECB7C-5D16-43B2-978B-63D14966C2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FD9D572-E89B-4787-B5A6-90CABB2A240B}" type="pres">
      <dgm:prSet presAssocID="{2F9ECB7C-5D16-43B2-978B-63D14966C2A1}" presName="spaceRect" presStyleCnt="0"/>
      <dgm:spPr/>
    </dgm:pt>
    <dgm:pt modelId="{BCE74AAA-AB06-4AC4-A30B-ABBCFD9459B2}" type="pres">
      <dgm:prSet presAssocID="{2F9ECB7C-5D16-43B2-978B-63D14966C2A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A5875AA-7134-43AB-9D14-4B444EEB0414}" srcId="{DE53BB41-F7B3-403B-A3C1-B079742F0F80}" destId="{2F9ECB7C-5D16-43B2-978B-63D14966C2A1}" srcOrd="1" destOrd="0" parTransId="{F89C4599-F647-43C4-9D22-C67456CD58E3}" sibTransId="{1343BD25-FAA7-4EF4-9BA3-26B07DF71E64}"/>
    <dgm:cxn modelId="{FD601DBE-9301-4ABB-9F8F-8992C995504C}" srcId="{DE53BB41-F7B3-403B-A3C1-B079742F0F80}" destId="{962FF37C-0DAD-4B12-A40D-D07AA032B66A}" srcOrd="0" destOrd="0" parTransId="{E6261401-754C-4C06-8257-1DAD03FB811C}" sibTransId="{AEAF8035-8C41-4DD8-9008-9F426E77F7F8}"/>
    <dgm:cxn modelId="{188781E2-CDC6-4351-99BD-05B1D7746575}" type="presOf" srcId="{DE53BB41-F7B3-403B-A3C1-B079742F0F80}" destId="{2D001B23-CE08-4C75-BAAD-CCC1EB2B974C}" srcOrd="0" destOrd="0" presId="urn:microsoft.com/office/officeart/2018/2/layout/IconVerticalSolidList"/>
    <dgm:cxn modelId="{B7EE04E5-8600-418D-95B2-BB4291A08759}" type="presOf" srcId="{2F9ECB7C-5D16-43B2-978B-63D14966C2A1}" destId="{BCE74AAA-AB06-4AC4-A30B-ABBCFD9459B2}" srcOrd="0" destOrd="0" presId="urn:microsoft.com/office/officeart/2018/2/layout/IconVerticalSolidList"/>
    <dgm:cxn modelId="{6BDCD4FC-7B12-4F8E-8AB5-7A59BF238D73}" type="presOf" srcId="{962FF37C-0DAD-4B12-A40D-D07AA032B66A}" destId="{EBF87FC6-9B72-462E-8650-710805080363}" srcOrd="0" destOrd="0" presId="urn:microsoft.com/office/officeart/2018/2/layout/IconVerticalSolidList"/>
    <dgm:cxn modelId="{D3D0A72D-88CF-40F6-B72E-64D010ACED2A}" type="presParOf" srcId="{2D001B23-CE08-4C75-BAAD-CCC1EB2B974C}" destId="{F6FC419D-BF5A-4F4A-B3A2-136920DC51DF}" srcOrd="0" destOrd="0" presId="urn:microsoft.com/office/officeart/2018/2/layout/IconVerticalSolidList"/>
    <dgm:cxn modelId="{AE5AA38A-3513-4C1C-91B9-DF0E7871B6EC}" type="presParOf" srcId="{F6FC419D-BF5A-4F4A-B3A2-136920DC51DF}" destId="{9C36AC40-63AD-4AA8-9B44-2209B68792BA}" srcOrd="0" destOrd="0" presId="urn:microsoft.com/office/officeart/2018/2/layout/IconVerticalSolidList"/>
    <dgm:cxn modelId="{76524F98-018E-4058-8A9D-4BD390711B26}" type="presParOf" srcId="{F6FC419D-BF5A-4F4A-B3A2-136920DC51DF}" destId="{8A9179AC-5460-44D2-888C-A69D64FDE3F7}" srcOrd="1" destOrd="0" presId="urn:microsoft.com/office/officeart/2018/2/layout/IconVerticalSolidList"/>
    <dgm:cxn modelId="{578B2C02-404E-4486-B125-88E0EDFEE7A3}" type="presParOf" srcId="{F6FC419D-BF5A-4F4A-B3A2-136920DC51DF}" destId="{2ABB458B-9DB7-4BF0-A559-E8A07E0AED51}" srcOrd="2" destOrd="0" presId="urn:microsoft.com/office/officeart/2018/2/layout/IconVerticalSolidList"/>
    <dgm:cxn modelId="{E66D09C8-6817-44BC-9512-98AFB8511076}" type="presParOf" srcId="{F6FC419D-BF5A-4F4A-B3A2-136920DC51DF}" destId="{EBF87FC6-9B72-462E-8650-710805080363}" srcOrd="3" destOrd="0" presId="urn:microsoft.com/office/officeart/2018/2/layout/IconVerticalSolidList"/>
    <dgm:cxn modelId="{4EC86E90-E118-4CD1-9290-769A956E2B71}" type="presParOf" srcId="{2D001B23-CE08-4C75-BAAD-CCC1EB2B974C}" destId="{7E3BDBE3-3DF3-4589-8F5F-29A419EDC7AE}" srcOrd="1" destOrd="0" presId="urn:microsoft.com/office/officeart/2018/2/layout/IconVerticalSolidList"/>
    <dgm:cxn modelId="{272C094C-B393-45C2-802B-DAFEBA979929}" type="presParOf" srcId="{2D001B23-CE08-4C75-BAAD-CCC1EB2B974C}" destId="{CE1488A6-F556-4A9E-8368-FCF967714070}" srcOrd="2" destOrd="0" presId="urn:microsoft.com/office/officeart/2018/2/layout/IconVerticalSolidList"/>
    <dgm:cxn modelId="{50594822-79B3-449C-9E2B-E2BA363BCCC7}" type="presParOf" srcId="{CE1488A6-F556-4A9E-8368-FCF967714070}" destId="{90958417-7E9E-415B-8441-EA0BF36A639F}" srcOrd="0" destOrd="0" presId="urn:microsoft.com/office/officeart/2018/2/layout/IconVerticalSolidList"/>
    <dgm:cxn modelId="{FB410096-C459-440B-A7DE-D7D6C6384A1D}" type="presParOf" srcId="{CE1488A6-F556-4A9E-8368-FCF967714070}" destId="{06FC5812-9A0F-40B3-BAE9-0F0C529962C2}" srcOrd="1" destOrd="0" presId="urn:microsoft.com/office/officeart/2018/2/layout/IconVerticalSolidList"/>
    <dgm:cxn modelId="{6C495E0D-BD3C-4EC1-A0BD-088D68CC6F55}" type="presParOf" srcId="{CE1488A6-F556-4A9E-8368-FCF967714070}" destId="{1FD9D572-E89B-4787-B5A6-90CABB2A240B}" srcOrd="2" destOrd="0" presId="urn:microsoft.com/office/officeart/2018/2/layout/IconVerticalSolidList"/>
    <dgm:cxn modelId="{568724ED-8D15-4DBD-8B90-421A4014F72A}" type="presParOf" srcId="{CE1488A6-F556-4A9E-8368-FCF967714070}" destId="{BCE74AAA-AB06-4AC4-A30B-ABBCFD9459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53BB41-F7B3-403B-A3C1-B079742F0F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2FF37C-0DAD-4B12-A40D-D07AA032B66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GB" sz="1100">
              <a:latin typeface="Calibri"/>
              <a:ea typeface="Calibri"/>
              <a:cs typeface="Calibri"/>
            </a:rPr>
            <a:t>After that, the hackers accessed multiple databases, with more sensitive information on millions of people.</a:t>
          </a:r>
        </a:p>
      </dgm:t>
    </dgm:pt>
    <dgm:pt modelId="{E6261401-754C-4C06-8257-1DAD03FB811C}" type="parTrans" cxnId="{FD601DBE-9301-4ABB-9F8F-8992C995504C}">
      <dgm:prSet/>
      <dgm:spPr/>
      <dgm:t>
        <a:bodyPr/>
        <a:lstStyle/>
        <a:p>
          <a:endParaRPr lang="en-US"/>
        </a:p>
      </dgm:t>
    </dgm:pt>
    <dgm:pt modelId="{AEAF8035-8C41-4DD8-9008-9F426E77F7F8}" type="sibTrans" cxnId="{FD601DBE-9301-4ABB-9F8F-8992C995504C}">
      <dgm:prSet/>
      <dgm:spPr/>
      <dgm:t>
        <a:bodyPr/>
        <a:lstStyle/>
        <a:p>
          <a:endParaRPr lang="en-US"/>
        </a:p>
      </dgm:t>
    </dgm:pt>
    <dgm:pt modelId="{2F9ECB7C-5D16-43B2-978B-63D14966C2A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GB" sz="1100">
              <a:latin typeface="Calibri"/>
              <a:ea typeface="Calibri"/>
              <a:cs typeface="Calibri"/>
            </a:rPr>
            <a:t>When transferring data, they encrypted the files, which made it harder for Equifax to detect a breach.</a:t>
          </a:r>
        </a:p>
      </dgm:t>
    </dgm:pt>
    <dgm:pt modelId="{F89C4599-F647-43C4-9D22-C67456CD58E3}" type="parTrans" cxnId="{1A5875AA-7134-43AB-9D14-4B444EEB0414}">
      <dgm:prSet/>
      <dgm:spPr/>
      <dgm:t>
        <a:bodyPr/>
        <a:lstStyle/>
        <a:p>
          <a:endParaRPr lang="en-US"/>
        </a:p>
      </dgm:t>
    </dgm:pt>
    <dgm:pt modelId="{1343BD25-FAA7-4EF4-9BA3-26B07DF71E64}" type="sibTrans" cxnId="{1A5875AA-7134-43AB-9D14-4B444EEB0414}">
      <dgm:prSet/>
      <dgm:spPr/>
      <dgm:t>
        <a:bodyPr/>
        <a:lstStyle/>
        <a:p>
          <a:endParaRPr lang="en-US"/>
        </a:p>
      </dgm:t>
    </dgm:pt>
    <dgm:pt modelId="{2D001B23-CE08-4C75-BAAD-CCC1EB2B974C}" type="pres">
      <dgm:prSet presAssocID="{DE53BB41-F7B3-403B-A3C1-B079742F0F80}" presName="root" presStyleCnt="0">
        <dgm:presLayoutVars>
          <dgm:dir/>
          <dgm:resizeHandles val="exact"/>
        </dgm:presLayoutVars>
      </dgm:prSet>
      <dgm:spPr/>
    </dgm:pt>
    <dgm:pt modelId="{F6FC419D-BF5A-4F4A-B3A2-136920DC51DF}" type="pres">
      <dgm:prSet presAssocID="{962FF37C-0DAD-4B12-A40D-D07AA032B66A}" presName="compNode" presStyleCnt="0"/>
      <dgm:spPr/>
    </dgm:pt>
    <dgm:pt modelId="{9C36AC40-63AD-4AA8-9B44-2209B68792BA}" type="pres">
      <dgm:prSet presAssocID="{962FF37C-0DAD-4B12-A40D-D07AA032B66A}" presName="bgRect" presStyleLbl="bgShp" presStyleIdx="0" presStyleCnt="2"/>
      <dgm:spPr/>
    </dgm:pt>
    <dgm:pt modelId="{8A9179AC-5460-44D2-888C-A69D64FDE3F7}" type="pres">
      <dgm:prSet presAssocID="{962FF37C-0DAD-4B12-A40D-D07AA032B6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BB458B-9DB7-4BF0-A559-E8A07E0AED51}" type="pres">
      <dgm:prSet presAssocID="{962FF37C-0DAD-4B12-A40D-D07AA032B66A}" presName="spaceRect" presStyleCnt="0"/>
      <dgm:spPr/>
    </dgm:pt>
    <dgm:pt modelId="{EBF87FC6-9B72-462E-8650-710805080363}" type="pres">
      <dgm:prSet presAssocID="{962FF37C-0DAD-4B12-A40D-D07AA032B66A}" presName="parTx" presStyleLbl="revTx" presStyleIdx="0" presStyleCnt="2">
        <dgm:presLayoutVars>
          <dgm:chMax val="0"/>
          <dgm:chPref val="0"/>
        </dgm:presLayoutVars>
      </dgm:prSet>
      <dgm:spPr/>
    </dgm:pt>
    <dgm:pt modelId="{7E3BDBE3-3DF3-4589-8F5F-29A419EDC7AE}" type="pres">
      <dgm:prSet presAssocID="{AEAF8035-8C41-4DD8-9008-9F426E77F7F8}" presName="sibTrans" presStyleCnt="0"/>
      <dgm:spPr/>
    </dgm:pt>
    <dgm:pt modelId="{CE1488A6-F556-4A9E-8368-FCF967714070}" type="pres">
      <dgm:prSet presAssocID="{2F9ECB7C-5D16-43B2-978B-63D14966C2A1}" presName="compNode" presStyleCnt="0"/>
      <dgm:spPr/>
    </dgm:pt>
    <dgm:pt modelId="{90958417-7E9E-415B-8441-EA0BF36A639F}" type="pres">
      <dgm:prSet presAssocID="{2F9ECB7C-5D16-43B2-978B-63D14966C2A1}" presName="bgRect" presStyleLbl="bgShp" presStyleIdx="1" presStyleCnt="2"/>
      <dgm:spPr/>
    </dgm:pt>
    <dgm:pt modelId="{06FC5812-9A0F-40B3-BAE9-0F0C529962C2}" type="pres">
      <dgm:prSet presAssocID="{2F9ECB7C-5D16-43B2-978B-63D14966C2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FD9D572-E89B-4787-B5A6-90CABB2A240B}" type="pres">
      <dgm:prSet presAssocID="{2F9ECB7C-5D16-43B2-978B-63D14966C2A1}" presName="spaceRect" presStyleCnt="0"/>
      <dgm:spPr/>
    </dgm:pt>
    <dgm:pt modelId="{BCE74AAA-AB06-4AC4-A30B-ABBCFD9459B2}" type="pres">
      <dgm:prSet presAssocID="{2F9ECB7C-5D16-43B2-978B-63D14966C2A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A5875AA-7134-43AB-9D14-4B444EEB0414}" srcId="{DE53BB41-F7B3-403B-A3C1-B079742F0F80}" destId="{2F9ECB7C-5D16-43B2-978B-63D14966C2A1}" srcOrd="1" destOrd="0" parTransId="{F89C4599-F647-43C4-9D22-C67456CD58E3}" sibTransId="{1343BD25-FAA7-4EF4-9BA3-26B07DF71E64}"/>
    <dgm:cxn modelId="{FD601DBE-9301-4ABB-9F8F-8992C995504C}" srcId="{DE53BB41-F7B3-403B-A3C1-B079742F0F80}" destId="{962FF37C-0DAD-4B12-A40D-D07AA032B66A}" srcOrd="0" destOrd="0" parTransId="{E6261401-754C-4C06-8257-1DAD03FB811C}" sibTransId="{AEAF8035-8C41-4DD8-9008-9F426E77F7F8}"/>
    <dgm:cxn modelId="{188781E2-CDC6-4351-99BD-05B1D7746575}" type="presOf" srcId="{DE53BB41-F7B3-403B-A3C1-B079742F0F80}" destId="{2D001B23-CE08-4C75-BAAD-CCC1EB2B974C}" srcOrd="0" destOrd="0" presId="urn:microsoft.com/office/officeart/2018/2/layout/IconVerticalSolidList"/>
    <dgm:cxn modelId="{B7EE04E5-8600-418D-95B2-BB4291A08759}" type="presOf" srcId="{2F9ECB7C-5D16-43B2-978B-63D14966C2A1}" destId="{BCE74AAA-AB06-4AC4-A30B-ABBCFD9459B2}" srcOrd="0" destOrd="0" presId="urn:microsoft.com/office/officeart/2018/2/layout/IconVerticalSolidList"/>
    <dgm:cxn modelId="{6BDCD4FC-7B12-4F8E-8AB5-7A59BF238D73}" type="presOf" srcId="{962FF37C-0DAD-4B12-A40D-D07AA032B66A}" destId="{EBF87FC6-9B72-462E-8650-710805080363}" srcOrd="0" destOrd="0" presId="urn:microsoft.com/office/officeart/2018/2/layout/IconVerticalSolidList"/>
    <dgm:cxn modelId="{D3D0A72D-88CF-40F6-B72E-64D010ACED2A}" type="presParOf" srcId="{2D001B23-CE08-4C75-BAAD-CCC1EB2B974C}" destId="{F6FC419D-BF5A-4F4A-B3A2-136920DC51DF}" srcOrd="0" destOrd="0" presId="urn:microsoft.com/office/officeart/2018/2/layout/IconVerticalSolidList"/>
    <dgm:cxn modelId="{AE5AA38A-3513-4C1C-91B9-DF0E7871B6EC}" type="presParOf" srcId="{F6FC419D-BF5A-4F4A-B3A2-136920DC51DF}" destId="{9C36AC40-63AD-4AA8-9B44-2209B68792BA}" srcOrd="0" destOrd="0" presId="urn:microsoft.com/office/officeart/2018/2/layout/IconVerticalSolidList"/>
    <dgm:cxn modelId="{76524F98-018E-4058-8A9D-4BD390711B26}" type="presParOf" srcId="{F6FC419D-BF5A-4F4A-B3A2-136920DC51DF}" destId="{8A9179AC-5460-44D2-888C-A69D64FDE3F7}" srcOrd="1" destOrd="0" presId="urn:microsoft.com/office/officeart/2018/2/layout/IconVerticalSolidList"/>
    <dgm:cxn modelId="{578B2C02-404E-4486-B125-88E0EDFEE7A3}" type="presParOf" srcId="{F6FC419D-BF5A-4F4A-B3A2-136920DC51DF}" destId="{2ABB458B-9DB7-4BF0-A559-E8A07E0AED51}" srcOrd="2" destOrd="0" presId="urn:microsoft.com/office/officeart/2018/2/layout/IconVerticalSolidList"/>
    <dgm:cxn modelId="{E66D09C8-6817-44BC-9512-98AFB8511076}" type="presParOf" srcId="{F6FC419D-BF5A-4F4A-B3A2-136920DC51DF}" destId="{EBF87FC6-9B72-462E-8650-710805080363}" srcOrd="3" destOrd="0" presId="urn:microsoft.com/office/officeart/2018/2/layout/IconVerticalSolidList"/>
    <dgm:cxn modelId="{4EC86E90-E118-4CD1-9290-769A956E2B71}" type="presParOf" srcId="{2D001B23-CE08-4C75-BAAD-CCC1EB2B974C}" destId="{7E3BDBE3-3DF3-4589-8F5F-29A419EDC7AE}" srcOrd="1" destOrd="0" presId="urn:microsoft.com/office/officeart/2018/2/layout/IconVerticalSolidList"/>
    <dgm:cxn modelId="{272C094C-B393-45C2-802B-DAFEBA979929}" type="presParOf" srcId="{2D001B23-CE08-4C75-BAAD-CCC1EB2B974C}" destId="{CE1488A6-F556-4A9E-8368-FCF967714070}" srcOrd="2" destOrd="0" presId="urn:microsoft.com/office/officeart/2018/2/layout/IconVerticalSolidList"/>
    <dgm:cxn modelId="{50594822-79B3-449C-9E2B-E2BA363BCCC7}" type="presParOf" srcId="{CE1488A6-F556-4A9E-8368-FCF967714070}" destId="{90958417-7E9E-415B-8441-EA0BF36A639F}" srcOrd="0" destOrd="0" presId="urn:microsoft.com/office/officeart/2018/2/layout/IconVerticalSolidList"/>
    <dgm:cxn modelId="{FB410096-C459-440B-A7DE-D7D6C6384A1D}" type="presParOf" srcId="{CE1488A6-F556-4A9E-8368-FCF967714070}" destId="{06FC5812-9A0F-40B3-BAE9-0F0C529962C2}" srcOrd="1" destOrd="0" presId="urn:microsoft.com/office/officeart/2018/2/layout/IconVerticalSolidList"/>
    <dgm:cxn modelId="{6C495E0D-BD3C-4EC1-A0BD-088D68CC6F55}" type="presParOf" srcId="{CE1488A6-F556-4A9E-8368-FCF967714070}" destId="{1FD9D572-E89B-4787-B5A6-90CABB2A240B}" srcOrd="2" destOrd="0" presId="urn:microsoft.com/office/officeart/2018/2/layout/IconVerticalSolidList"/>
    <dgm:cxn modelId="{568724ED-8D15-4DBD-8B90-421A4014F72A}" type="presParOf" srcId="{CE1488A6-F556-4A9E-8368-FCF967714070}" destId="{BCE74AAA-AB06-4AC4-A30B-ABBCFD9459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53BB41-F7B3-403B-A3C1-B079742F0F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2FF37C-0DAD-4B12-A40D-D07AA032B66A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GB" sz="1100">
              <a:latin typeface="Calibri"/>
              <a:ea typeface="Calibri"/>
              <a:cs typeface="Calibri"/>
            </a:rPr>
            <a:t>Equifax couldn't see that the data was leaving their network due to an expired TLS certificate (a digital file used to enable secure communication between a web server and the user's browser protecting data such as login and payment details), this prevented encrypted traffic from being analysed.</a:t>
          </a:r>
        </a:p>
      </dgm:t>
    </dgm:pt>
    <dgm:pt modelId="{E6261401-754C-4C06-8257-1DAD03FB811C}" type="parTrans" cxnId="{FD601DBE-9301-4ABB-9F8F-8992C995504C}">
      <dgm:prSet/>
      <dgm:spPr/>
      <dgm:t>
        <a:bodyPr/>
        <a:lstStyle/>
        <a:p>
          <a:endParaRPr lang="en-US"/>
        </a:p>
      </dgm:t>
    </dgm:pt>
    <dgm:pt modelId="{AEAF8035-8C41-4DD8-9008-9F426E77F7F8}" type="sibTrans" cxnId="{FD601DBE-9301-4ABB-9F8F-8992C995504C}">
      <dgm:prSet/>
      <dgm:spPr/>
      <dgm:t>
        <a:bodyPr/>
        <a:lstStyle/>
        <a:p>
          <a:endParaRPr lang="en-US"/>
        </a:p>
      </dgm:t>
    </dgm:pt>
    <dgm:pt modelId="{2F9ECB7C-5D16-43B2-978B-63D14966C2A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GB" sz="1100">
              <a:latin typeface="Calibri"/>
              <a:ea typeface="Calibri"/>
              <a:cs typeface="Calibri"/>
            </a:rPr>
            <a:t>When they renewed the certificate, the suspicious activity was immediately noticed, and they began an investigation and discovered the breach. Soon after this they went public about the breach.</a:t>
          </a:r>
        </a:p>
      </dgm:t>
    </dgm:pt>
    <dgm:pt modelId="{F89C4599-F647-43C4-9D22-C67456CD58E3}" type="parTrans" cxnId="{1A5875AA-7134-43AB-9D14-4B444EEB0414}">
      <dgm:prSet/>
      <dgm:spPr/>
      <dgm:t>
        <a:bodyPr/>
        <a:lstStyle/>
        <a:p>
          <a:endParaRPr lang="en-US"/>
        </a:p>
      </dgm:t>
    </dgm:pt>
    <dgm:pt modelId="{1343BD25-FAA7-4EF4-9BA3-26B07DF71E64}" type="sibTrans" cxnId="{1A5875AA-7134-43AB-9D14-4B444EEB0414}">
      <dgm:prSet/>
      <dgm:spPr/>
      <dgm:t>
        <a:bodyPr/>
        <a:lstStyle/>
        <a:p>
          <a:endParaRPr lang="en-US"/>
        </a:p>
      </dgm:t>
    </dgm:pt>
    <dgm:pt modelId="{2D001B23-CE08-4C75-BAAD-CCC1EB2B974C}" type="pres">
      <dgm:prSet presAssocID="{DE53BB41-F7B3-403B-A3C1-B079742F0F80}" presName="root" presStyleCnt="0">
        <dgm:presLayoutVars>
          <dgm:dir/>
          <dgm:resizeHandles val="exact"/>
        </dgm:presLayoutVars>
      </dgm:prSet>
      <dgm:spPr/>
    </dgm:pt>
    <dgm:pt modelId="{F6FC419D-BF5A-4F4A-B3A2-136920DC51DF}" type="pres">
      <dgm:prSet presAssocID="{962FF37C-0DAD-4B12-A40D-D07AA032B66A}" presName="compNode" presStyleCnt="0"/>
      <dgm:spPr/>
    </dgm:pt>
    <dgm:pt modelId="{9C36AC40-63AD-4AA8-9B44-2209B68792BA}" type="pres">
      <dgm:prSet presAssocID="{962FF37C-0DAD-4B12-A40D-D07AA032B66A}" presName="bgRect" presStyleLbl="bgShp" presStyleIdx="0" presStyleCnt="2"/>
      <dgm:spPr/>
    </dgm:pt>
    <dgm:pt modelId="{8A9179AC-5460-44D2-888C-A69D64FDE3F7}" type="pres">
      <dgm:prSet presAssocID="{962FF37C-0DAD-4B12-A40D-D07AA032B6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BB458B-9DB7-4BF0-A559-E8A07E0AED51}" type="pres">
      <dgm:prSet presAssocID="{962FF37C-0DAD-4B12-A40D-D07AA032B66A}" presName="spaceRect" presStyleCnt="0"/>
      <dgm:spPr/>
    </dgm:pt>
    <dgm:pt modelId="{EBF87FC6-9B72-462E-8650-710805080363}" type="pres">
      <dgm:prSet presAssocID="{962FF37C-0DAD-4B12-A40D-D07AA032B66A}" presName="parTx" presStyleLbl="revTx" presStyleIdx="0" presStyleCnt="2">
        <dgm:presLayoutVars>
          <dgm:chMax val="0"/>
          <dgm:chPref val="0"/>
        </dgm:presLayoutVars>
      </dgm:prSet>
      <dgm:spPr/>
    </dgm:pt>
    <dgm:pt modelId="{7E3BDBE3-3DF3-4589-8F5F-29A419EDC7AE}" type="pres">
      <dgm:prSet presAssocID="{AEAF8035-8C41-4DD8-9008-9F426E77F7F8}" presName="sibTrans" presStyleCnt="0"/>
      <dgm:spPr/>
    </dgm:pt>
    <dgm:pt modelId="{CE1488A6-F556-4A9E-8368-FCF967714070}" type="pres">
      <dgm:prSet presAssocID="{2F9ECB7C-5D16-43B2-978B-63D14966C2A1}" presName="compNode" presStyleCnt="0"/>
      <dgm:spPr/>
    </dgm:pt>
    <dgm:pt modelId="{90958417-7E9E-415B-8441-EA0BF36A639F}" type="pres">
      <dgm:prSet presAssocID="{2F9ECB7C-5D16-43B2-978B-63D14966C2A1}" presName="bgRect" presStyleLbl="bgShp" presStyleIdx="1" presStyleCnt="2"/>
      <dgm:spPr/>
    </dgm:pt>
    <dgm:pt modelId="{06FC5812-9A0F-40B3-BAE9-0F0C529962C2}" type="pres">
      <dgm:prSet presAssocID="{2F9ECB7C-5D16-43B2-978B-63D14966C2A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FD9D572-E89B-4787-B5A6-90CABB2A240B}" type="pres">
      <dgm:prSet presAssocID="{2F9ECB7C-5D16-43B2-978B-63D14966C2A1}" presName="spaceRect" presStyleCnt="0"/>
      <dgm:spPr/>
    </dgm:pt>
    <dgm:pt modelId="{BCE74AAA-AB06-4AC4-A30B-ABBCFD9459B2}" type="pres">
      <dgm:prSet presAssocID="{2F9ECB7C-5D16-43B2-978B-63D14966C2A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A5875AA-7134-43AB-9D14-4B444EEB0414}" srcId="{DE53BB41-F7B3-403B-A3C1-B079742F0F80}" destId="{2F9ECB7C-5D16-43B2-978B-63D14966C2A1}" srcOrd="1" destOrd="0" parTransId="{F89C4599-F647-43C4-9D22-C67456CD58E3}" sibTransId="{1343BD25-FAA7-4EF4-9BA3-26B07DF71E64}"/>
    <dgm:cxn modelId="{FD601DBE-9301-4ABB-9F8F-8992C995504C}" srcId="{DE53BB41-F7B3-403B-A3C1-B079742F0F80}" destId="{962FF37C-0DAD-4B12-A40D-D07AA032B66A}" srcOrd="0" destOrd="0" parTransId="{E6261401-754C-4C06-8257-1DAD03FB811C}" sibTransId="{AEAF8035-8C41-4DD8-9008-9F426E77F7F8}"/>
    <dgm:cxn modelId="{188781E2-CDC6-4351-99BD-05B1D7746575}" type="presOf" srcId="{DE53BB41-F7B3-403B-A3C1-B079742F0F80}" destId="{2D001B23-CE08-4C75-BAAD-CCC1EB2B974C}" srcOrd="0" destOrd="0" presId="urn:microsoft.com/office/officeart/2018/2/layout/IconVerticalSolidList"/>
    <dgm:cxn modelId="{B7EE04E5-8600-418D-95B2-BB4291A08759}" type="presOf" srcId="{2F9ECB7C-5D16-43B2-978B-63D14966C2A1}" destId="{BCE74AAA-AB06-4AC4-A30B-ABBCFD9459B2}" srcOrd="0" destOrd="0" presId="urn:microsoft.com/office/officeart/2018/2/layout/IconVerticalSolidList"/>
    <dgm:cxn modelId="{6BDCD4FC-7B12-4F8E-8AB5-7A59BF238D73}" type="presOf" srcId="{962FF37C-0DAD-4B12-A40D-D07AA032B66A}" destId="{EBF87FC6-9B72-462E-8650-710805080363}" srcOrd="0" destOrd="0" presId="urn:microsoft.com/office/officeart/2018/2/layout/IconVerticalSolidList"/>
    <dgm:cxn modelId="{D3D0A72D-88CF-40F6-B72E-64D010ACED2A}" type="presParOf" srcId="{2D001B23-CE08-4C75-BAAD-CCC1EB2B974C}" destId="{F6FC419D-BF5A-4F4A-B3A2-136920DC51DF}" srcOrd="0" destOrd="0" presId="urn:microsoft.com/office/officeart/2018/2/layout/IconVerticalSolidList"/>
    <dgm:cxn modelId="{AE5AA38A-3513-4C1C-91B9-DF0E7871B6EC}" type="presParOf" srcId="{F6FC419D-BF5A-4F4A-B3A2-136920DC51DF}" destId="{9C36AC40-63AD-4AA8-9B44-2209B68792BA}" srcOrd="0" destOrd="0" presId="urn:microsoft.com/office/officeart/2018/2/layout/IconVerticalSolidList"/>
    <dgm:cxn modelId="{76524F98-018E-4058-8A9D-4BD390711B26}" type="presParOf" srcId="{F6FC419D-BF5A-4F4A-B3A2-136920DC51DF}" destId="{8A9179AC-5460-44D2-888C-A69D64FDE3F7}" srcOrd="1" destOrd="0" presId="urn:microsoft.com/office/officeart/2018/2/layout/IconVerticalSolidList"/>
    <dgm:cxn modelId="{578B2C02-404E-4486-B125-88E0EDFEE7A3}" type="presParOf" srcId="{F6FC419D-BF5A-4F4A-B3A2-136920DC51DF}" destId="{2ABB458B-9DB7-4BF0-A559-E8A07E0AED51}" srcOrd="2" destOrd="0" presId="urn:microsoft.com/office/officeart/2018/2/layout/IconVerticalSolidList"/>
    <dgm:cxn modelId="{E66D09C8-6817-44BC-9512-98AFB8511076}" type="presParOf" srcId="{F6FC419D-BF5A-4F4A-B3A2-136920DC51DF}" destId="{EBF87FC6-9B72-462E-8650-710805080363}" srcOrd="3" destOrd="0" presId="urn:microsoft.com/office/officeart/2018/2/layout/IconVerticalSolidList"/>
    <dgm:cxn modelId="{4EC86E90-E118-4CD1-9290-769A956E2B71}" type="presParOf" srcId="{2D001B23-CE08-4C75-BAAD-CCC1EB2B974C}" destId="{7E3BDBE3-3DF3-4589-8F5F-29A419EDC7AE}" srcOrd="1" destOrd="0" presId="urn:microsoft.com/office/officeart/2018/2/layout/IconVerticalSolidList"/>
    <dgm:cxn modelId="{272C094C-B393-45C2-802B-DAFEBA979929}" type="presParOf" srcId="{2D001B23-CE08-4C75-BAAD-CCC1EB2B974C}" destId="{CE1488A6-F556-4A9E-8368-FCF967714070}" srcOrd="2" destOrd="0" presId="urn:microsoft.com/office/officeart/2018/2/layout/IconVerticalSolidList"/>
    <dgm:cxn modelId="{50594822-79B3-449C-9E2B-E2BA363BCCC7}" type="presParOf" srcId="{CE1488A6-F556-4A9E-8368-FCF967714070}" destId="{90958417-7E9E-415B-8441-EA0BF36A639F}" srcOrd="0" destOrd="0" presId="urn:microsoft.com/office/officeart/2018/2/layout/IconVerticalSolidList"/>
    <dgm:cxn modelId="{FB410096-C459-440B-A7DE-D7D6C6384A1D}" type="presParOf" srcId="{CE1488A6-F556-4A9E-8368-FCF967714070}" destId="{06FC5812-9A0F-40B3-BAE9-0F0C529962C2}" srcOrd="1" destOrd="0" presId="urn:microsoft.com/office/officeart/2018/2/layout/IconVerticalSolidList"/>
    <dgm:cxn modelId="{6C495E0D-BD3C-4EC1-A0BD-088D68CC6F55}" type="presParOf" srcId="{CE1488A6-F556-4A9E-8368-FCF967714070}" destId="{1FD9D572-E89B-4787-B5A6-90CABB2A240B}" srcOrd="2" destOrd="0" presId="urn:microsoft.com/office/officeart/2018/2/layout/IconVerticalSolidList"/>
    <dgm:cxn modelId="{568724ED-8D15-4DBD-8B90-421A4014F72A}" type="presParOf" srcId="{CE1488A6-F556-4A9E-8368-FCF967714070}" destId="{BCE74AAA-AB06-4AC4-A30B-ABBCFD9459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EDDC55C-1168-4543-B181-C7AD6A19FC33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537CF15-D3A0-449A-BCC4-1E8D31027921}">
      <dgm:prSet custT="1"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800">
              <a:solidFill>
                <a:srgbClr val="FFFFFF"/>
              </a:solidFill>
              <a:latin typeface="Tenorite"/>
              <a:ea typeface="+mn-ea"/>
              <a:cs typeface="+mn-cs"/>
            </a:rPr>
            <a:t>Mar. 2017</a:t>
          </a:r>
        </a:p>
      </dgm:t>
    </dgm:pt>
    <dgm:pt modelId="{9E84E342-7F83-4A89-9E9E-E198CC45DDF5}" type="parTrans" cxnId="{BC84E107-F4C3-4F31-91F7-DB06137DC004}">
      <dgm:prSet/>
      <dgm:spPr/>
      <dgm:t>
        <a:bodyPr/>
        <a:lstStyle/>
        <a:p>
          <a:endParaRPr lang="en-US"/>
        </a:p>
      </dgm:t>
    </dgm:pt>
    <dgm:pt modelId="{6C3A79B2-CC6A-4938-8228-856B225F4512}" type="sibTrans" cxnId="{BC84E107-F4C3-4F31-91F7-DB06137DC004}">
      <dgm:prSet/>
      <dgm:spPr/>
      <dgm:t>
        <a:bodyPr/>
        <a:lstStyle/>
        <a:p>
          <a:endParaRPr lang="en-US"/>
        </a:p>
      </dgm:t>
    </dgm:pt>
    <dgm:pt modelId="{485F0A5F-BA30-4273-96B2-10CA34A3AE0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100">
              <a:solidFill>
                <a:srgbClr val="FFFFFF"/>
              </a:solidFill>
              <a:latin typeface="Tenorite"/>
              <a:ea typeface="+mn-ea"/>
              <a:cs typeface="+mn-cs"/>
            </a:rPr>
            <a:t>In March of 2017, Apache Software reported a vulnerability and released a patch to Apache Struts .The department of Homeland Security notified Equifax about the vulnerability.</a:t>
          </a:r>
        </a:p>
      </dgm:t>
    </dgm:pt>
    <dgm:pt modelId="{7610ECE1-2838-45B7-944F-EF01F6DB725C}" type="parTrans" cxnId="{D0239EA5-4673-4381-A9B2-89F20C6284AF}">
      <dgm:prSet/>
      <dgm:spPr/>
      <dgm:t>
        <a:bodyPr/>
        <a:lstStyle/>
        <a:p>
          <a:endParaRPr lang="en-US"/>
        </a:p>
      </dgm:t>
    </dgm:pt>
    <dgm:pt modelId="{5FAEA60B-E213-4852-A172-422B04CCA25A}" type="sibTrans" cxnId="{D0239EA5-4673-4381-A9B2-89F20C6284AF}">
      <dgm:prSet/>
      <dgm:spPr/>
      <dgm:t>
        <a:bodyPr/>
        <a:lstStyle/>
        <a:p>
          <a:endParaRPr lang="en-US"/>
        </a:p>
      </dgm:t>
    </dgm:pt>
    <dgm:pt modelId="{AAAD7799-8B8A-471A-BE3B-677662DD3AB6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500">
              <a:solidFill>
                <a:srgbClr val="FFFFFF"/>
              </a:solidFill>
              <a:latin typeface="Tenorite"/>
              <a:ea typeface="+mn-ea"/>
              <a:cs typeface="+mn-cs"/>
            </a:rPr>
            <a:t>May 2017</a:t>
          </a:r>
        </a:p>
      </dgm:t>
    </dgm:pt>
    <dgm:pt modelId="{5639105F-614A-4E1D-83AB-7F3241A3F30F}" type="parTrans" cxnId="{7CEA65E3-545D-4A34-9660-41CA51432156}">
      <dgm:prSet/>
      <dgm:spPr/>
      <dgm:t>
        <a:bodyPr/>
        <a:lstStyle/>
        <a:p>
          <a:endParaRPr lang="en-US"/>
        </a:p>
      </dgm:t>
    </dgm:pt>
    <dgm:pt modelId="{89B67C61-02FC-4869-80A8-7EDD9B500A0C}" type="sibTrans" cxnId="{7CEA65E3-545D-4A34-9660-41CA51432156}">
      <dgm:prSet/>
      <dgm:spPr/>
      <dgm:t>
        <a:bodyPr/>
        <a:lstStyle/>
        <a:p>
          <a:endParaRPr lang="en-US"/>
        </a:p>
      </dgm:t>
    </dgm:pt>
    <dgm:pt modelId="{98717824-6749-4FA8-912B-7C4A8EDC613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100">
              <a:solidFill>
                <a:srgbClr val="FFFFFF"/>
              </a:solidFill>
              <a:latin typeface="Tenorite"/>
              <a:ea typeface="+mn-ea"/>
              <a:cs typeface="+mn-cs"/>
            </a:rPr>
            <a:t>In May 2017, the hackers exploited the vulnerability in the network, and they then moved across the network.</a:t>
          </a:r>
        </a:p>
      </dgm:t>
    </dgm:pt>
    <dgm:pt modelId="{7D83788A-CE37-44EF-B4A3-BFE9CA4636B7}" type="parTrans" cxnId="{0F47CC70-98FD-4429-8284-FEE24881AA0B}">
      <dgm:prSet/>
      <dgm:spPr/>
      <dgm:t>
        <a:bodyPr/>
        <a:lstStyle/>
        <a:p>
          <a:endParaRPr lang="en-US"/>
        </a:p>
      </dgm:t>
    </dgm:pt>
    <dgm:pt modelId="{2188E804-4752-45D5-B7A1-65A0F577D331}" type="sibTrans" cxnId="{0F47CC70-98FD-4429-8284-FEE24881AA0B}">
      <dgm:prSet/>
      <dgm:spPr/>
      <dgm:t>
        <a:bodyPr/>
        <a:lstStyle/>
        <a:p>
          <a:endParaRPr lang="en-US"/>
        </a:p>
      </dgm:t>
    </dgm:pt>
    <dgm:pt modelId="{B5D3E592-B8E2-45B9-8B35-742F5BAB3926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500">
              <a:solidFill>
                <a:srgbClr val="FFFFFF"/>
              </a:solidFill>
              <a:latin typeface="Tenorite"/>
              <a:ea typeface="+mn-ea"/>
              <a:cs typeface="+mn-cs"/>
            </a:rPr>
            <a:t>May–July</a:t>
          </a:r>
        </a:p>
      </dgm:t>
    </dgm:pt>
    <dgm:pt modelId="{AD9263DF-F883-46A5-A5C1-6AF29E6A711C}" type="parTrans" cxnId="{73B02357-0A0D-40EE-8F75-E1D4159D9FA6}">
      <dgm:prSet/>
      <dgm:spPr/>
      <dgm:t>
        <a:bodyPr/>
        <a:lstStyle/>
        <a:p>
          <a:endParaRPr lang="en-US"/>
        </a:p>
      </dgm:t>
    </dgm:pt>
    <dgm:pt modelId="{88FF38D7-AE97-4CB4-8D35-7F06DA1E1AD6}" type="sibTrans" cxnId="{73B02357-0A0D-40EE-8F75-E1D4159D9FA6}">
      <dgm:prSet/>
      <dgm:spPr/>
      <dgm:t>
        <a:bodyPr/>
        <a:lstStyle/>
        <a:p>
          <a:endParaRPr lang="en-US"/>
        </a:p>
      </dgm:t>
    </dgm:pt>
    <dgm:pt modelId="{F6B1AA2F-0A6B-454D-9D86-FF91E08AA6C7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100">
              <a:solidFill>
                <a:srgbClr val="FFFFFF"/>
              </a:solidFill>
              <a:latin typeface="Tenorite"/>
              <a:ea typeface="+mn-ea"/>
              <a:cs typeface="+mn-cs"/>
            </a:rPr>
            <a:t>In May-July, the hackers then accessed the databases and encrypted the data when it was being transferred.</a:t>
          </a:r>
        </a:p>
      </dgm:t>
    </dgm:pt>
    <dgm:pt modelId="{22959BD0-5837-4355-9D28-1D7317984A99}" type="parTrans" cxnId="{E27FACC6-FC31-4653-BA89-A7924294C098}">
      <dgm:prSet/>
      <dgm:spPr/>
      <dgm:t>
        <a:bodyPr/>
        <a:lstStyle/>
        <a:p>
          <a:endParaRPr lang="en-US"/>
        </a:p>
      </dgm:t>
    </dgm:pt>
    <dgm:pt modelId="{455BFE93-A025-4827-8830-1740026E671D}" type="sibTrans" cxnId="{E27FACC6-FC31-4653-BA89-A7924294C098}">
      <dgm:prSet/>
      <dgm:spPr/>
      <dgm:t>
        <a:bodyPr/>
        <a:lstStyle/>
        <a:p>
          <a:endParaRPr lang="en-US"/>
        </a:p>
      </dgm:t>
    </dgm:pt>
    <dgm:pt modelId="{43EACF49-FA15-44B2-9EE2-4AD9754B8559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500">
              <a:solidFill>
                <a:srgbClr val="FFFFFF"/>
              </a:solidFill>
              <a:latin typeface="Tenorite"/>
              <a:ea typeface="+mn-ea"/>
              <a:cs typeface="+mn-cs"/>
            </a:rPr>
            <a:t>End of July</a:t>
          </a:r>
        </a:p>
      </dgm:t>
    </dgm:pt>
    <dgm:pt modelId="{5095A645-8902-433D-8B96-05BF3E7344D8}" type="parTrans" cxnId="{C21EDB84-9186-404C-AF57-BAF16F2B4AC7}">
      <dgm:prSet/>
      <dgm:spPr/>
      <dgm:t>
        <a:bodyPr/>
        <a:lstStyle/>
        <a:p>
          <a:endParaRPr lang="en-US"/>
        </a:p>
      </dgm:t>
    </dgm:pt>
    <dgm:pt modelId="{2F200B9A-AB84-453E-996A-F8EF48050C33}" type="sibTrans" cxnId="{C21EDB84-9186-404C-AF57-BAF16F2B4AC7}">
      <dgm:prSet/>
      <dgm:spPr/>
      <dgm:t>
        <a:bodyPr/>
        <a:lstStyle/>
        <a:p>
          <a:endParaRPr lang="en-US"/>
        </a:p>
      </dgm:t>
    </dgm:pt>
    <dgm:pt modelId="{3E9C6873-DD9F-4B26-B149-A17545E5145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100">
              <a:solidFill>
                <a:srgbClr val="FFFFFF"/>
              </a:solidFill>
              <a:latin typeface="Tenorite"/>
              <a:ea typeface="+mn-ea"/>
              <a:cs typeface="+mn-cs"/>
            </a:rPr>
            <a:t>In the end of July, Equifax discovered their TLS certificate was expired, they renewed their certificate and  discovered the databreach.</a:t>
          </a:r>
        </a:p>
      </dgm:t>
    </dgm:pt>
    <dgm:pt modelId="{0A1FE371-AEDB-494B-B5CB-2D5E90C66757}" type="parTrans" cxnId="{DA9A2328-233C-4DFF-B979-04541A2A389D}">
      <dgm:prSet/>
      <dgm:spPr/>
      <dgm:t>
        <a:bodyPr/>
        <a:lstStyle/>
        <a:p>
          <a:endParaRPr lang="en-US"/>
        </a:p>
      </dgm:t>
    </dgm:pt>
    <dgm:pt modelId="{EDDECC42-556D-42CC-974D-B57B60B6DC2A}" type="sibTrans" cxnId="{DA9A2328-233C-4DFF-B979-04541A2A389D}">
      <dgm:prSet/>
      <dgm:spPr/>
      <dgm:t>
        <a:bodyPr/>
        <a:lstStyle/>
        <a:p>
          <a:endParaRPr lang="en-US"/>
        </a:p>
      </dgm:t>
    </dgm:pt>
    <dgm:pt modelId="{D905363C-372C-42D3-B7EF-C9B7E1EB2025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500">
              <a:solidFill>
                <a:srgbClr val="FFFFFF"/>
              </a:solidFill>
              <a:latin typeface="Tenorite"/>
              <a:ea typeface="+mn-ea"/>
              <a:cs typeface="+mn-cs"/>
            </a:rPr>
            <a:t>Sep. 2017</a:t>
          </a:r>
        </a:p>
      </dgm:t>
    </dgm:pt>
    <dgm:pt modelId="{E59DD271-B78B-404A-8FBB-32379D01DB65}" type="parTrans" cxnId="{3E73026F-B824-43CD-B39F-0823137DACCC}">
      <dgm:prSet/>
      <dgm:spPr/>
      <dgm:t>
        <a:bodyPr/>
        <a:lstStyle/>
        <a:p>
          <a:endParaRPr lang="en-US"/>
        </a:p>
      </dgm:t>
    </dgm:pt>
    <dgm:pt modelId="{1FA7E11B-38FD-4397-9992-08CDAB114B9B}" type="sibTrans" cxnId="{3E73026F-B824-43CD-B39F-0823137DACCC}">
      <dgm:prSet/>
      <dgm:spPr/>
      <dgm:t>
        <a:bodyPr/>
        <a:lstStyle/>
        <a:p>
          <a:endParaRPr lang="en-US"/>
        </a:p>
      </dgm:t>
    </dgm:pt>
    <dgm:pt modelId="{07964F8C-B69B-46DC-81F6-DD68B6AE010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100">
              <a:solidFill>
                <a:srgbClr val="FFFFFF"/>
              </a:solidFill>
              <a:latin typeface="Tenorite"/>
              <a:ea typeface="+mn-ea"/>
              <a:cs typeface="+mn-cs"/>
            </a:rPr>
            <a:t>In September2017, Equifax announced the breach.</a:t>
          </a:r>
        </a:p>
      </dgm:t>
    </dgm:pt>
    <dgm:pt modelId="{6768E1AD-90EB-495D-8610-CA445A6ED42E}" type="parTrans" cxnId="{6F2D859D-4F65-42AB-B08C-1BE3B19D6AC8}">
      <dgm:prSet/>
      <dgm:spPr/>
      <dgm:t>
        <a:bodyPr/>
        <a:lstStyle/>
        <a:p>
          <a:endParaRPr lang="en-US"/>
        </a:p>
      </dgm:t>
    </dgm:pt>
    <dgm:pt modelId="{746F103D-1D1C-46E0-81E3-ACAA3D3D1144}" type="sibTrans" cxnId="{6F2D859D-4F65-42AB-B08C-1BE3B19D6AC8}">
      <dgm:prSet/>
      <dgm:spPr/>
      <dgm:t>
        <a:bodyPr/>
        <a:lstStyle/>
        <a:p>
          <a:endParaRPr lang="en-US"/>
        </a:p>
      </dgm:t>
    </dgm:pt>
    <dgm:pt modelId="{EBC909ED-8610-42B7-B584-10C81F6C522D}" type="pres">
      <dgm:prSet presAssocID="{AEDDC55C-1168-4543-B181-C7AD6A19FC33}" presName="root" presStyleCnt="0">
        <dgm:presLayoutVars>
          <dgm:chMax/>
          <dgm:chPref/>
          <dgm:animLvl val="lvl"/>
        </dgm:presLayoutVars>
      </dgm:prSet>
      <dgm:spPr/>
    </dgm:pt>
    <dgm:pt modelId="{EBF2F894-B930-43AF-B169-173C31F45CAD}" type="pres">
      <dgm:prSet presAssocID="{AEDDC55C-1168-4543-B181-C7AD6A19FC33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12993FFE-7912-4ADE-AB9A-C2664E9C07A7}" type="pres">
      <dgm:prSet presAssocID="{AEDDC55C-1168-4543-B181-C7AD6A19FC33}" presName="nodes" presStyleCnt="0">
        <dgm:presLayoutVars>
          <dgm:chMax/>
          <dgm:chPref/>
          <dgm:animLvl val="lvl"/>
        </dgm:presLayoutVars>
      </dgm:prSet>
      <dgm:spPr/>
    </dgm:pt>
    <dgm:pt modelId="{B10D5CD7-54EA-4B48-8F06-03C87D7BDEA3}" type="pres">
      <dgm:prSet presAssocID="{A537CF15-D3A0-449A-BCC4-1E8D31027921}" presName="composite" presStyleCnt="0"/>
      <dgm:spPr/>
    </dgm:pt>
    <dgm:pt modelId="{B60F7C9C-A271-4F44-96C6-471920F6C838}" type="pres">
      <dgm:prSet presAssocID="{A537CF15-D3A0-449A-BCC4-1E8D31027921}" presName="ConnectorPoint" presStyleLbl="lnNode1" presStyleIdx="0" presStyleCnt="5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B715701-0554-46FD-8C1D-FBDDE2051602}" type="pres">
      <dgm:prSet presAssocID="{A537CF15-D3A0-449A-BCC4-1E8D31027921}" presName="DropPinPlaceHolder" presStyleCnt="0"/>
      <dgm:spPr/>
    </dgm:pt>
    <dgm:pt modelId="{BE0C7E47-5C86-4F7B-9278-D1018CD367F2}" type="pres">
      <dgm:prSet presAssocID="{A537CF15-D3A0-449A-BCC4-1E8D31027921}" presName="DropPin" presStyleLbl="alignNode1" presStyleIdx="0" presStyleCnt="5"/>
      <dgm:spPr/>
    </dgm:pt>
    <dgm:pt modelId="{44197729-850E-48F8-BD9F-098539FEE47D}" type="pres">
      <dgm:prSet presAssocID="{A537CF15-D3A0-449A-BCC4-1E8D31027921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E65C57F3-B180-443F-B577-E3E79683A847}" type="pres">
      <dgm:prSet presAssocID="{A537CF15-D3A0-449A-BCC4-1E8D31027921}" presName="L2TextContainer" presStyleLbl="revTx" presStyleIdx="0" presStyleCnt="10">
        <dgm:presLayoutVars>
          <dgm:bulletEnabled val="1"/>
        </dgm:presLayoutVars>
      </dgm:prSet>
      <dgm:spPr/>
    </dgm:pt>
    <dgm:pt modelId="{DC7BEFD0-8608-48A3-8CBD-3B5B83AEB60F}" type="pres">
      <dgm:prSet presAssocID="{A537CF15-D3A0-449A-BCC4-1E8D31027921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3EF04412-F24B-425D-A23B-A737AC413DC4}" type="pres">
      <dgm:prSet presAssocID="{A537CF15-D3A0-449A-BCC4-1E8D31027921}" presName="ConnectLine" presStyleLbl="sibTrans1D1" presStyleIdx="0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3CD6574-FECA-4ED0-B210-0FD3CEA2BEF5}" type="pres">
      <dgm:prSet presAssocID="{A537CF15-D3A0-449A-BCC4-1E8D31027921}" presName="EmptyPlaceHolder" presStyleCnt="0"/>
      <dgm:spPr/>
    </dgm:pt>
    <dgm:pt modelId="{D36DCEF9-CCC2-4C4F-8D14-D3B2FA2558ED}" type="pres">
      <dgm:prSet presAssocID="{6C3A79B2-CC6A-4938-8228-856B225F4512}" presName="spaceBetweenRectangles" presStyleCnt="0"/>
      <dgm:spPr/>
    </dgm:pt>
    <dgm:pt modelId="{986C89E3-C8F8-46AD-BB6E-745A96CD7AE4}" type="pres">
      <dgm:prSet presAssocID="{AAAD7799-8B8A-471A-BE3B-677662DD3AB6}" presName="composite" presStyleCnt="0"/>
      <dgm:spPr/>
    </dgm:pt>
    <dgm:pt modelId="{FCDD1698-74F0-40BD-952D-CA2DEEE248CB}" type="pres">
      <dgm:prSet presAssocID="{AAAD7799-8B8A-471A-BE3B-677662DD3AB6}" presName="ConnectorPoint" presStyleLbl="lnNode1" presStyleIdx="1" presStyleCnt="5"/>
      <dgm:spPr>
        <a:solidFill>
          <a:schemeClr val="accent2">
            <a:hueOff val="28360"/>
            <a:satOff val="3260"/>
            <a:lumOff val="-259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6272318-ACE3-4763-BFF2-78E9A0756B1E}" type="pres">
      <dgm:prSet presAssocID="{AAAD7799-8B8A-471A-BE3B-677662DD3AB6}" presName="DropPinPlaceHolder" presStyleCnt="0"/>
      <dgm:spPr/>
    </dgm:pt>
    <dgm:pt modelId="{30F51FD3-0F40-4060-8958-F5112DAD00E1}" type="pres">
      <dgm:prSet presAssocID="{AAAD7799-8B8A-471A-BE3B-677662DD3AB6}" presName="DropPin" presStyleLbl="alignNode1" presStyleIdx="1" presStyleCnt="5"/>
      <dgm:spPr/>
    </dgm:pt>
    <dgm:pt modelId="{D5D52F9A-E8ED-4611-90B2-FCFE84A7E3CA}" type="pres">
      <dgm:prSet presAssocID="{AAAD7799-8B8A-471A-BE3B-677662DD3AB6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28E8C46D-1024-4C25-8932-B7ED947ED2C5}" type="pres">
      <dgm:prSet presAssocID="{AAAD7799-8B8A-471A-BE3B-677662DD3AB6}" presName="L2TextContainer" presStyleLbl="revTx" presStyleIdx="2" presStyleCnt="10">
        <dgm:presLayoutVars>
          <dgm:bulletEnabled val="1"/>
        </dgm:presLayoutVars>
      </dgm:prSet>
      <dgm:spPr/>
    </dgm:pt>
    <dgm:pt modelId="{AF97B1EB-BA8C-4D70-9D9D-3C56EE62AEB7}" type="pres">
      <dgm:prSet presAssocID="{AAAD7799-8B8A-471A-BE3B-677662DD3AB6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A00323F2-BACA-4C5D-9CAF-08A995D0A89F}" type="pres">
      <dgm:prSet presAssocID="{AAAD7799-8B8A-471A-BE3B-677662DD3AB6}" presName="ConnectLine" presStyleLbl="sibTrans1D1" presStyleIdx="1" presStyleCnt="5"/>
      <dgm:spPr>
        <a:noFill/>
        <a:ln w="12700" cap="flat" cmpd="sng" algn="ctr">
          <a:solidFill>
            <a:schemeClr val="accent2">
              <a:hueOff val="28360"/>
              <a:satOff val="3260"/>
              <a:lumOff val="-2598"/>
              <a:alphaOff val="0"/>
            </a:schemeClr>
          </a:solidFill>
          <a:prstDash val="dash"/>
          <a:miter lim="800000"/>
        </a:ln>
        <a:effectLst/>
      </dgm:spPr>
    </dgm:pt>
    <dgm:pt modelId="{BF9AE599-6629-400B-84CC-00BE1F99B22C}" type="pres">
      <dgm:prSet presAssocID="{AAAD7799-8B8A-471A-BE3B-677662DD3AB6}" presName="EmptyPlaceHolder" presStyleCnt="0"/>
      <dgm:spPr/>
    </dgm:pt>
    <dgm:pt modelId="{B6BBD756-4809-4EBA-A0D2-E37E0A09E17A}" type="pres">
      <dgm:prSet presAssocID="{89B67C61-02FC-4869-80A8-7EDD9B500A0C}" presName="spaceBetweenRectangles" presStyleCnt="0"/>
      <dgm:spPr/>
    </dgm:pt>
    <dgm:pt modelId="{EE55A887-E067-452D-BDA4-3F79B94C6B41}" type="pres">
      <dgm:prSet presAssocID="{B5D3E592-B8E2-45B9-8B35-742F5BAB3926}" presName="composite" presStyleCnt="0"/>
      <dgm:spPr/>
    </dgm:pt>
    <dgm:pt modelId="{07BCB78F-23B3-42C6-A2C4-8A8D05E8FF0B}" type="pres">
      <dgm:prSet presAssocID="{B5D3E592-B8E2-45B9-8B35-742F5BAB3926}" presName="ConnectorPoint" presStyleLbl="lnNode1" presStyleIdx="2" presStyleCnt="5"/>
      <dgm:spPr>
        <a:solidFill>
          <a:schemeClr val="accent2">
            <a:hueOff val="56720"/>
            <a:satOff val="6519"/>
            <a:lumOff val="-519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51ED1BF-8772-45EB-A4C6-788EAF1A6B6F}" type="pres">
      <dgm:prSet presAssocID="{B5D3E592-B8E2-45B9-8B35-742F5BAB3926}" presName="DropPinPlaceHolder" presStyleCnt="0"/>
      <dgm:spPr/>
    </dgm:pt>
    <dgm:pt modelId="{139822D1-B090-460C-AADE-9E1C86579AFD}" type="pres">
      <dgm:prSet presAssocID="{B5D3E592-B8E2-45B9-8B35-742F5BAB3926}" presName="DropPin" presStyleLbl="alignNode1" presStyleIdx="2" presStyleCnt="5"/>
      <dgm:spPr/>
    </dgm:pt>
    <dgm:pt modelId="{280837AB-8F30-4AC7-9FFD-E1BA91195562}" type="pres">
      <dgm:prSet presAssocID="{B5D3E592-B8E2-45B9-8B35-742F5BAB3926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299DFCF1-68A8-40F4-981E-6DE4EFB44F59}" type="pres">
      <dgm:prSet presAssocID="{B5D3E592-B8E2-45B9-8B35-742F5BAB3926}" presName="L2TextContainer" presStyleLbl="revTx" presStyleIdx="4" presStyleCnt="10">
        <dgm:presLayoutVars>
          <dgm:bulletEnabled val="1"/>
        </dgm:presLayoutVars>
      </dgm:prSet>
      <dgm:spPr/>
    </dgm:pt>
    <dgm:pt modelId="{9DF342B2-5C76-4332-A35C-F9531F6C99C9}" type="pres">
      <dgm:prSet presAssocID="{B5D3E592-B8E2-45B9-8B35-742F5BAB3926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9073C5F3-6A29-433F-9048-83225BED023A}" type="pres">
      <dgm:prSet presAssocID="{B5D3E592-B8E2-45B9-8B35-742F5BAB3926}" presName="ConnectLine" presStyleLbl="sibTrans1D1" presStyleIdx="2" presStyleCnt="5"/>
      <dgm:spPr>
        <a:noFill/>
        <a:ln w="12700" cap="flat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dash"/>
          <a:miter lim="800000"/>
        </a:ln>
        <a:effectLst/>
      </dgm:spPr>
    </dgm:pt>
    <dgm:pt modelId="{4E531A08-8722-4D24-B78E-9FEDFEA5B0F5}" type="pres">
      <dgm:prSet presAssocID="{B5D3E592-B8E2-45B9-8B35-742F5BAB3926}" presName="EmptyPlaceHolder" presStyleCnt="0"/>
      <dgm:spPr/>
    </dgm:pt>
    <dgm:pt modelId="{DA674199-6627-41F7-AF54-F429A7ABFB6E}" type="pres">
      <dgm:prSet presAssocID="{88FF38D7-AE97-4CB4-8D35-7F06DA1E1AD6}" presName="spaceBetweenRectangles" presStyleCnt="0"/>
      <dgm:spPr/>
    </dgm:pt>
    <dgm:pt modelId="{7CC443FF-04D6-483E-B124-ADE811B5100F}" type="pres">
      <dgm:prSet presAssocID="{43EACF49-FA15-44B2-9EE2-4AD9754B8559}" presName="composite" presStyleCnt="0"/>
      <dgm:spPr/>
    </dgm:pt>
    <dgm:pt modelId="{670AEC02-0EEE-4F0B-B743-D8E82F8A6AB0}" type="pres">
      <dgm:prSet presAssocID="{43EACF49-FA15-44B2-9EE2-4AD9754B8559}" presName="ConnectorPoint" presStyleLbl="lnNode1" presStyleIdx="3" presStyleCnt="5"/>
      <dgm:spPr>
        <a:solidFill>
          <a:schemeClr val="accent2">
            <a:hueOff val="85079"/>
            <a:satOff val="9779"/>
            <a:lumOff val="-779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9A00B61-268D-4DAC-B1CB-12494AA16EC8}" type="pres">
      <dgm:prSet presAssocID="{43EACF49-FA15-44B2-9EE2-4AD9754B8559}" presName="DropPinPlaceHolder" presStyleCnt="0"/>
      <dgm:spPr/>
    </dgm:pt>
    <dgm:pt modelId="{5CE3F3BE-6DE5-4313-BF39-F99414E8BB92}" type="pres">
      <dgm:prSet presAssocID="{43EACF49-FA15-44B2-9EE2-4AD9754B8559}" presName="DropPin" presStyleLbl="alignNode1" presStyleIdx="3" presStyleCnt="5"/>
      <dgm:spPr/>
    </dgm:pt>
    <dgm:pt modelId="{7A8C03F8-1E4B-49B0-AAF5-6B2A92E4E8CB}" type="pres">
      <dgm:prSet presAssocID="{43EACF49-FA15-44B2-9EE2-4AD9754B8559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A64D6F50-1078-4EAB-B293-EC1294AAF139}" type="pres">
      <dgm:prSet presAssocID="{43EACF49-FA15-44B2-9EE2-4AD9754B8559}" presName="L2TextContainer" presStyleLbl="revTx" presStyleIdx="6" presStyleCnt="10">
        <dgm:presLayoutVars>
          <dgm:bulletEnabled val="1"/>
        </dgm:presLayoutVars>
      </dgm:prSet>
      <dgm:spPr/>
    </dgm:pt>
    <dgm:pt modelId="{F20ED652-DF83-4BC8-9183-1F919D7B45C2}" type="pres">
      <dgm:prSet presAssocID="{43EACF49-FA15-44B2-9EE2-4AD9754B8559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216AD44E-91BD-40D9-8724-D18252954BEE}" type="pres">
      <dgm:prSet presAssocID="{43EACF49-FA15-44B2-9EE2-4AD9754B8559}" presName="ConnectLine" presStyleLbl="sibTrans1D1" presStyleIdx="3" presStyleCnt="5"/>
      <dgm:spPr>
        <a:noFill/>
        <a:ln w="12700" cap="flat" cmpd="sng" algn="ctr">
          <a:solidFill>
            <a:schemeClr val="accent2">
              <a:hueOff val="85079"/>
              <a:satOff val="9779"/>
              <a:lumOff val="-7795"/>
              <a:alphaOff val="0"/>
            </a:schemeClr>
          </a:solidFill>
          <a:prstDash val="dash"/>
          <a:miter lim="800000"/>
        </a:ln>
        <a:effectLst/>
      </dgm:spPr>
    </dgm:pt>
    <dgm:pt modelId="{D2845083-9033-4E59-9437-BC02AC32A572}" type="pres">
      <dgm:prSet presAssocID="{43EACF49-FA15-44B2-9EE2-4AD9754B8559}" presName="EmptyPlaceHolder" presStyleCnt="0"/>
      <dgm:spPr/>
    </dgm:pt>
    <dgm:pt modelId="{B9AD695A-0343-4DDC-831C-1693674616D3}" type="pres">
      <dgm:prSet presAssocID="{2F200B9A-AB84-453E-996A-F8EF48050C33}" presName="spaceBetweenRectangles" presStyleCnt="0"/>
      <dgm:spPr/>
    </dgm:pt>
    <dgm:pt modelId="{E405C22C-1560-4F6B-9176-CACB2C922058}" type="pres">
      <dgm:prSet presAssocID="{D905363C-372C-42D3-B7EF-C9B7E1EB2025}" presName="composite" presStyleCnt="0"/>
      <dgm:spPr/>
    </dgm:pt>
    <dgm:pt modelId="{F914B424-E886-4795-9C47-D13FE9174B4A}" type="pres">
      <dgm:prSet presAssocID="{D905363C-372C-42D3-B7EF-C9B7E1EB2025}" presName="ConnectorPoint" presStyleLbl="lnNode1" presStyleIdx="4" presStyleCnt="5"/>
      <dgm:spPr>
        <a:solidFill>
          <a:schemeClr val="accent2">
            <a:hueOff val="113439"/>
            <a:satOff val="13039"/>
            <a:lumOff val="-1039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D6743C0-FF9F-42A3-AFE1-EE9C26B64077}" type="pres">
      <dgm:prSet presAssocID="{D905363C-372C-42D3-B7EF-C9B7E1EB2025}" presName="DropPinPlaceHolder" presStyleCnt="0"/>
      <dgm:spPr/>
    </dgm:pt>
    <dgm:pt modelId="{20295151-7DB4-41E6-A0C1-3AA04A878F83}" type="pres">
      <dgm:prSet presAssocID="{D905363C-372C-42D3-B7EF-C9B7E1EB2025}" presName="DropPin" presStyleLbl="alignNode1" presStyleIdx="4" presStyleCnt="5"/>
      <dgm:spPr/>
    </dgm:pt>
    <dgm:pt modelId="{69BAEDAC-D1BF-4734-893E-754206AF4714}" type="pres">
      <dgm:prSet presAssocID="{D905363C-372C-42D3-B7EF-C9B7E1EB2025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2E500F8E-E25F-4C3D-B54C-8D3B0074602A}" type="pres">
      <dgm:prSet presAssocID="{D905363C-372C-42D3-B7EF-C9B7E1EB2025}" presName="L2TextContainer" presStyleLbl="revTx" presStyleIdx="8" presStyleCnt="10">
        <dgm:presLayoutVars>
          <dgm:bulletEnabled val="1"/>
        </dgm:presLayoutVars>
      </dgm:prSet>
      <dgm:spPr/>
    </dgm:pt>
    <dgm:pt modelId="{2EA945C1-4A03-4259-9948-9033C169D610}" type="pres">
      <dgm:prSet presAssocID="{D905363C-372C-42D3-B7EF-C9B7E1EB2025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8AF28D11-58E1-41AA-BB28-AF9475E907A1}" type="pres">
      <dgm:prSet presAssocID="{D905363C-372C-42D3-B7EF-C9B7E1EB2025}" presName="ConnectLine" presStyleLbl="sibTrans1D1" presStyleIdx="4" presStyleCnt="5"/>
      <dgm:spPr>
        <a:noFill/>
        <a:ln w="1270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dash"/>
          <a:miter lim="800000"/>
        </a:ln>
        <a:effectLst/>
      </dgm:spPr>
    </dgm:pt>
    <dgm:pt modelId="{8048440D-B8E2-4404-AB89-E001FBC08AB5}" type="pres">
      <dgm:prSet presAssocID="{D905363C-372C-42D3-B7EF-C9B7E1EB2025}" presName="EmptyPlaceHolder" presStyleCnt="0"/>
      <dgm:spPr/>
    </dgm:pt>
  </dgm:ptLst>
  <dgm:cxnLst>
    <dgm:cxn modelId="{BC84E107-F4C3-4F31-91F7-DB06137DC004}" srcId="{AEDDC55C-1168-4543-B181-C7AD6A19FC33}" destId="{A537CF15-D3A0-449A-BCC4-1E8D31027921}" srcOrd="0" destOrd="0" parTransId="{9E84E342-7F83-4A89-9E9E-E198CC45DDF5}" sibTransId="{6C3A79B2-CC6A-4938-8228-856B225F4512}"/>
    <dgm:cxn modelId="{D2B0670F-CB1E-4FF7-8B53-05F7DDF43C2D}" type="presOf" srcId="{98717824-6749-4FA8-912B-7C4A8EDC6135}" destId="{28E8C46D-1024-4C25-8932-B7ED947ED2C5}" srcOrd="0" destOrd="0" presId="urn:microsoft.com/office/officeart/2017/3/layout/DropPinTimeline"/>
    <dgm:cxn modelId="{DA9A2328-233C-4DFF-B979-04541A2A389D}" srcId="{43EACF49-FA15-44B2-9EE2-4AD9754B8559}" destId="{3E9C6873-DD9F-4B26-B149-A17545E51451}" srcOrd="0" destOrd="0" parTransId="{0A1FE371-AEDB-494B-B5CB-2D5E90C66757}" sibTransId="{EDDECC42-556D-42CC-974D-B57B60B6DC2A}"/>
    <dgm:cxn modelId="{D7E49660-1709-4851-9766-3196B414167C}" type="presOf" srcId="{B5D3E592-B8E2-45B9-8B35-742F5BAB3926}" destId="{9DF342B2-5C76-4332-A35C-F9531F6C99C9}" srcOrd="0" destOrd="0" presId="urn:microsoft.com/office/officeart/2017/3/layout/DropPinTimeline"/>
    <dgm:cxn modelId="{3E73026F-B824-43CD-B39F-0823137DACCC}" srcId="{AEDDC55C-1168-4543-B181-C7AD6A19FC33}" destId="{D905363C-372C-42D3-B7EF-C9B7E1EB2025}" srcOrd="4" destOrd="0" parTransId="{E59DD271-B78B-404A-8FBB-32379D01DB65}" sibTransId="{1FA7E11B-38FD-4397-9992-08CDAB114B9B}"/>
    <dgm:cxn modelId="{0F47CC70-98FD-4429-8284-FEE24881AA0B}" srcId="{AAAD7799-8B8A-471A-BE3B-677662DD3AB6}" destId="{98717824-6749-4FA8-912B-7C4A8EDC6135}" srcOrd="0" destOrd="0" parTransId="{7D83788A-CE37-44EF-B4A3-BFE9CA4636B7}" sibTransId="{2188E804-4752-45D5-B7A1-65A0F577D331}"/>
    <dgm:cxn modelId="{73B02357-0A0D-40EE-8F75-E1D4159D9FA6}" srcId="{AEDDC55C-1168-4543-B181-C7AD6A19FC33}" destId="{B5D3E592-B8E2-45B9-8B35-742F5BAB3926}" srcOrd="2" destOrd="0" parTransId="{AD9263DF-F883-46A5-A5C1-6AF29E6A711C}" sibTransId="{88FF38D7-AE97-4CB4-8D35-7F06DA1E1AD6}"/>
    <dgm:cxn modelId="{A9F17B77-E7C4-4D3C-88DA-1A267E4C6ED1}" type="presOf" srcId="{D905363C-372C-42D3-B7EF-C9B7E1EB2025}" destId="{2EA945C1-4A03-4259-9948-9033C169D610}" srcOrd="0" destOrd="0" presId="urn:microsoft.com/office/officeart/2017/3/layout/DropPinTimeline"/>
    <dgm:cxn modelId="{392AF87B-B78E-4DB7-9901-0773EBAF44AD}" type="presOf" srcId="{485F0A5F-BA30-4273-96B2-10CA34A3AE0C}" destId="{E65C57F3-B180-443F-B577-E3E79683A847}" srcOrd="0" destOrd="0" presId="urn:microsoft.com/office/officeart/2017/3/layout/DropPinTimeline"/>
    <dgm:cxn modelId="{C21EDB84-9186-404C-AF57-BAF16F2B4AC7}" srcId="{AEDDC55C-1168-4543-B181-C7AD6A19FC33}" destId="{43EACF49-FA15-44B2-9EE2-4AD9754B8559}" srcOrd="3" destOrd="0" parTransId="{5095A645-8902-433D-8B96-05BF3E7344D8}" sibTransId="{2F200B9A-AB84-453E-996A-F8EF48050C33}"/>
    <dgm:cxn modelId="{F833CA98-FD3B-4B51-A775-5D76093D4001}" type="presOf" srcId="{3E9C6873-DD9F-4B26-B149-A17545E51451}" destId="{A64D6F50-1078-4EAB-B293-EC1294AAF139}" srcOrd="0" destOrd="0" presId="urn:microsoft.com/office/officeart/2017/3/layout/DropPinTimeline"/>
    <dgm:cxn modelId="{6F2D859D-4F65-42AB-B08C-1BE3B19D6AC8}" srcId="{D905363C-372C-42D3-B7EF-C9B7E1EB2025}" destId="{07964F8C-B69B-46DC-81F6-DD68B6AE0101}" srcOrd="0" destOrd="0" parTransId="{6768E1AD-90EB-495D-8610-CA445A6ED42E}" sibTransId="{746F103D-1D1C-46E0-81E3-ACAA3D3D1144}"/>
    <dgm:cxn modelId="{D0239EA5-4673-4381-A9B2-89F20C6284AF}" srcId="{A537CF15-D3A0-449A-BCC4-1E8D31027921}" destId="{485F0A5F-BA30-4273-96B2-10CA34A3AE0C}" srcOrd="0" destOrd="0" parTransId="{7610ECE1-2838-45B7-944F-EF01F6DB725C}" sibTransId="{5FAEA60B-E213-4852-A172-422B04CCA25A}"/>
    <dgm:cxn modelId="{E27FACC6-FC31-4653-BA89-A7924294C098}" srcId="{B5D3E592-B8E2-45B9-8B35-742F5BAB3926}" destId="{F6B1AA2F-0A6B-454D-9D86-FF91E08AA6C7}" srcOrd="0" destOrd="0" parTransId="{22959BD0-5837-4355-9D28-1D7317984A99}" sibTransId="{455BFE93-A025-4827-8830-1740026E671D}"/>
    <dgm:cxn modelId="{8C36E4D0-BD50-48D8-941F-1E309A34FE59}" type="presOf" srcId="{AAAD7799-8B8A-471A-BE3B-677662DD3AB6}" destId="{AF97B1EB-BA8C-4D70-9D9D-3C56EE62AEB7}" srcOrd="0" destOrd="0" presId="urn:microsoft.com/office/officeart/2017/3/layout/DropPinTimeline"/>
    <dgm:cxn modelId="{109DA6D6-52A1-4D00-B5C3-151E2C24CBFD}" type="presOf" srcId="{A537CF15-D3A0-449A-BCC4-1E8D31027921}" destId="{DC7BEFD0-8608-48A3-8CBD-3B5B83AEB60F}" srcOrd="0" destOrd="0" presId="urn:microsoft.com/office/officeart/2017/3/layout/DropPinTimeline"/>
    <dgm:cxn modelId="{998B8AE0-3B26-4C2F-A77B-42ADD467E5CC}" type="presOf" srcId="{F6B1AA2F-0A6B-454D-9D86-FF91E08AA6C7}" destId="{299DFCF1-68A8-40F4-981E-6DE4EFB44F59}" srcOrd="0" destOrd="0" presId="urn:microsoft.com/office/officeart/2017/3/layout/DropPinTimeline"/>
    <dgm:cxn modelId="{0E9F2DE1-FC1E-4841-87E0-AC74B2546DA7}" type="presOf" srcId="{07964F8C-B69B-46DC-81F6-DD68B6AE0101}" destId="{2E500F8E-E25F-4C3D-B54C-8D3B0074602A}" srcOrd="0" destOrd="0" presId="urn:microsoft.com/office/officeart/2017/3/layout/DropPinTimeline"/>
    <dgm:cxn modelId="{7CEA65E3-545D-4A34-9660-41CA51432156}" srcId="{AEDDC55C-1168-4543-B181-C7AD6A19FC33}" destId="{AAAD7799-8B8A-471A-BE3B-677662DD3AB6}" srcOrd="1" destOrd="0" parTransId="{5639105F-614A-4E1D-83AB-7F3241A3F30F}" sibTransId="{89B67C61-02FC-4869-80A8-7EDD9B500A0C}"/>
    <dgm:cxn modelId="{C0404EEC-A0F6-4E40-868C-CACA3BCCF7E0}" type="presOf" srcId="{AEDDC55C-1168-4543-B181-C7AD6A19FC33}" destId="{EBC909ED-8610-42B7-B584-10C81F6C522D}" srcOrd="0" destOrd="0" presId="urn:microsoft.com/office/officeart/2017/3/layout/DropPinTimeline"/>
    <dgm:cxn modelId="{280B5FF6-1887-47CF-9B52-C2E99145CE23}" type="presOf" srcId="{43EACF49-FA15-44B2-9EE2-4AD9754B8559}" destId="{F20ED652-DF83-4BC8-9183-1F919D7B45C2}" srcOrd="0" destOrd="0" presId="urn:microsoft.com/office/officeart/2017/3/layout/DropPinTimeline"/>
    <dgm:cxn modelId="{FF2F1E1A-5DFE-4752-8F07-10F3FE6AF270}" type="presParOf" srcId="{EBC909ED-8610-42B7-B584-10C81F6C522D}" destId="{EBF2F894-B930-43AF-B169-173C31F45CAD}" srcOrd="0" destOrd="0" presId="urn:microsoft.com/office/officeart/2017/3/layout/DropPinTimeline"/>
    <dgm:cxn modelId="{F1A3A510-A2CE-4F49-B200-1736C7570866}" type="presParOf" srcId="{EBC909ED-8610-42B7-B584-10C81F6C522D}" destId="{12993FFE-7912-4ADE-AB9A-C2664E9C07A7}" srcOrd="1" destOrd="0" presId="urn:microsoft.com/office/officeart/2017/3/layout/DropPinTimeline"/>
    <dgm:cxn modelId="{079FBD64-700A-43A4-967F-A46974830DC0}" type="presParOf" srcId="{12993FFE-7912-4ADE-AB9A-C2664E9C07A7}" destId="{B10D5CD7-54EA-4B48-8F06-03C87D7BDEA3}" srcOrd="0" destOrd="0" presId="urn:microsoft.com/office/officeart/2017/3/layout/DropPinTimeline"/>
    <dgm:cxn modelId="{8EFC594A-2042-49EF-B296-FA0C8790CDE6}" type="presParOf" srcId="{B10D5CD7-54EA-4B48-8F06-03C87D7BDEA3}" destId="{B60F7C9C-A271-4F44-96C6-471920F6C838}" srcOrd="0" destOrd="0" presId="urn:microsoft.com/office/officeart/2017/3/layout/DropPinTimeline"/>
    <dgm:cxn modelId="{097B369D-E537-4F47-B01B-55AF0BFCC2A5}" type="presParOf" srcId="{B10D5CD7-54EA-4B48-8F06-03C87D7BDEA3}" destId="{CB715701-0554-46FD-8C1D-FBDDE2051602}" srcOrd="1" destOrd="0" presId="urn:microsoft.com/office/officeart/2017/3/layout/DropPinTimeline"/>
    <dgm:cxn modelId="{47D973DF-C965-49C0-8741-1045B8B84FCC}" type="presParOf" srcId="{CB715701-0554-46FD-8C1D-FBDDE2051602}" destId="{BE0C7E47-5C86-4F7B-9278-D1018CD367F2}" srcOrd="0" destOrd="0" presId="urn:microsoft.com/office/officeart/2017/3/layout/DropPinTimeline"/>
    <dgm:cxn modelId="{6BBC145D-2BAF-48B8-A314-CC2678E00E87}" type="presParOf" srcId="{CB715701-0554-46FD-8C1D-FBDDE2051602}" destId="{44197729-850E-48F8-BD9F-098539FEE47D}" srcOrd="1" destOrd="0" presId="urn:microsoft.com/office/officeart/2017/3/layout/DropPinTimeline"/>
    <dgm:cxn modelId="{E4371105-4FF6-4284-95F2-66E26CA070E2}" type="presParOf" srcId="{B10D5CD7-54EA-4B48-8F06-03C87D7BDEA3}" destId="{E65C57F3-B180-443F-B577-E3E79683A847}" srcOrd="2" destOrd="0" presId="urn:microsoft.com/office/officeart/2017/3/layout/DropPinTimeline"/>
    <dgm:cxn modelId="{6DD67A7B-DC57-4F5F-A09A-5A00CB728EBF}" type="presParOf" srcId="{B10D5CD7-54EA-4B48-8F06-03C87D7BDEA3}" destId="{DC7BEFD0-8608-48A3-8CBD-3B5B83AEB60F}" srcOrd="3" destOrd="0" presId="urn:microsoft.com/office/officeart/2017/3/layout/DropPinTimeline"/>
    <dgm:cxn modelId="{C4A5D5A0-AC20-4076-9910-4F18245DCD03}" type="presParOf" srcId="{B10D5CD7-54EA-4B48-8F06-03C87D7BDEA3}" destId="{3EF04412-F24B-425D-A23B-A737AC413DC4}" srcOrd="4" destOrd="0" presId="urn:microsoft.com/office/officeart/2017/3/layout/DropPinTimeline"/>
    <dgm:cxn modelId="{77F1E554-6881-4950-B637-B47B41D98EE0}" type="presParOf" srcId="{B10D5CD7-54EA-4B48-8F06-03C87D7BDEA3}" destId="{E3CD6574-FECA-4ED0-B210-0FD3CEA2BEF5}" srcOrd="5" destOrd="0" presId="urn:microsoft.com/office/officeart/2017/3/layout/DropPinTimeline"/>
    <dgm:cxn modelId="{CBE7D6EB-D5D6-4433-B6EB-FE1BC979B6D7}" type="presParOf" srcId="{12993FFE-7912-4ADE-AB9A-C2664E9C07A7}" destId="{D36DCEF9-CCC2-4C4F-8D14-D3B2FA2558ED}" srcOrd="1" destOrd="0" presId="urn:microsoft.com/office/officeart/2017/3/layout/DropPinTimeline"/>
    <dgm:cxn modelId="{E7B9F98D-BBE5-42A5-A4E3-6E1F170AA6F3}" type="presParOf" srcId="{12993FFE-7912-4ADE-AB9A-C2664E9C07A7}" destId="{986C89E3-C8F8-46AD-BB6E-745A96CD7AE4}" srcOrd="2" destOrd="0" presId="urn:microsoft.com/office/officeart/2017/3/layout/DropPinTimeline"/>
    <dgm:cxn modelId="{DBDE9967-FF05-428C-97F9-6748CB795C01}" type="presParOf" srcId="{986C89E3-C8F8-46AD-BB6E-745A96CD7AE4}" destId="{FCDD1698-74F0-40BD-952D-CA2DEEE248CB}" srcOrd="0" destOrd="0" presId="urn:microsoft.com/office/officeart/2017/3/layout/DropPinTimeline"/>
    <dgm:cxn modelId="{8CEB2D58-D386-480E-BACC-93653461B9D1}" type="presParOf" srcId="{986C89E3-C8F8-46AD-BB6E-745A96CD7AE4}" destId="{06272318-ACE3-4763-BFF2-78E9A0756B1E}" srcOrd="1" destOrd="0" presId="urn:microsoft.com/office/officeart/2017/3/layout/DropPinTimeline"/>
    <dgm:cxn modelId="{8E90AA9C-2714-4477-BBDC-AF351DC5F23F}" type="presParOf" srcId="{06272318-ACE3-4763-BFF2-78E9A0756B1E}" destId="{30F51FD3-0F40-4060-8958-F5112DAD00E1}" srcOrd="0" destOrd="0" presId="urn:microsoft.com/office/officeart/2017/3/layout/DropPinTimeline"/>
    <dgm:cxn modelId="{BA396810-6DD4-4FBC-82AB-240EAD9D8A65}" type="presParOf" srcId="{06272318-ACE3-4763-BFF2-78E9A0756B1E}" destId="{D5D52F9A-E8ED-4611-90B2-FCFE84A7E3CA}" srcOrd="1" destOrd="0" presId="urn:microsoft.com/office/officeart/2017/3/layout/DropPinTimeline"/>
    <dgm:cxn modelId="{80DAC40B-7C18-4CE4-BF43-FBCF3222BDFC}" type="presParOf" srcId="{986C89E3-C8F8-46AD-BB6E-745A96CD7AE4}" destId="{28E8C46D-1024-4C25-8932-B7ED947ED2C5}" srcOrd="2" destOrd="0" presId="urn:microsoft.com/office/officeart/2017/3/layout/DropPinTimeline"/>
    <dgm:cxn modelId="{7ADC8D8B-3ACE-4200-AFC9-4062A489E310}" type="presParOf" srcId="{986C89E3-C8F8-46AD-BB6E-745A96CD7AE4}" destId="{AF97B1EB-BA8C-4D70-9D9D-3C56EE62AEB7}" srcOrd="3" destOrd="0" presId="urn:microsoft.com/office/officeart/2017/3/layout/DropPinTimeline"/>
    <dgm:cxn modelId="{5EC93EED-2F86-47F9-8E11-B6B7F18819BF}" type="presParOf" srcId="{986C89E3-C8F8-46AD-BB6E-745A96CD7AE4}" destId="{A00323F2-BACA-4C5D-9CAF-08A995D0A89F}" srcOrd="4" destOrd="0" presId="urn:microsoft.com/office/officeart/2017/3/layout/DropPinTimeline"/>
    <dgm:cxn modelId="{B7297E20-C892-4E4B-B7DE-DDD0BC86782B}" type="presParOf" srcId="{986C89E3-C8F8-46AD-BB6E-745A96CD7AE4}" destId="{BF9AE599-6629-400B-84CC-00BE1F99B22C}" srcOrd="5" destOrd="0" presId="urn:microsoft.com/office/officeart/2017/3/layout/DropPinTimeline"/>
    <dgm:cxn modelId="{06AD8E95-113E-47B9-B6CC-6ABF1EB292BF}" type="presParOf" srcId="{12993FFE-7912-4ADE-AB9A-C2664E9C07A7}" destId="{B6BBD756-4809-4EBA-A0D2-E37E0A09E17A}" srcOrd="3" destOrd="0" presId="urn:microsoft.com/office/officeart/2017/3/layout/DropPinTimeline"/>
    <dgm:cxn modelId="{B2FDEA15-0923-445F-BE3C-E6B097F1FF92}" type="presParOf" srcId="{12993FFE-7912-4ADE-AB9A-C2664E9C07A7}" destId="{EE55A887-E067-452D-BDA4-3F79B94C6B41}" srcOrd="4" destOrd="0" presId="urn:microsoft.com/office/officeart/2017/3/layout/DropPinTimeline"/>
    <dgm:cxn modelId="{052F407A-C7A3-490F-B05F-3157B4336239}" type="presParOf" srcId="{EE55A887-E067-452D-BDA4-3F79B94C6B41}" destId="{07BCB78F-23B3-42C6-A2C4-8A8D05E8FF0B}" srcOrd="0" destOrd="0" presId="urn:microsoft.com/office/officeart/2017/3/layout/DropPinTimeline"/>
    <dgm:cxn modelId="{C271809E-0632-4601-B0CE-B1D8137D6998}" type="presParOf" srcId="{EE55A887-E067-452D-BDA4-3F79B94C6B41}" destId="{C51ED1BF-8772-45EB-A4C6-788EAF1A6B6F}" srcOrd="1" destOrd="0" presId="urn:microsoft.com/office/officeart/2017/3/layout/DropPinTimeline"/>
    <dgm:cxn modelId="{E4B1E81F-2907-4DF1-B72B-D3C325B3BB56}" type="presParOf" srcId="{C51ED1BF-8772-45EB-A4C6-788EAF1A6B6F}" destId="{139822D1-B090-460C-AADE-9E1C86579AFD}" srcOrd="0" destOrd="0" presId="urn:microsoft.com/office/officeart/2017/3/layout/DropPinTimeline"/>
    <dgm:cxn modelId="{95E6BE20-76EF-4906-A3B1-2A5EBC55A344}" type="presParOf" srcId="{C51ED1BF-8772-45EB-A4C6-788EAF1A6B6F}" destId="{280837AB-8F30-4AC7-9FFD-E1BA91195562}" srcOrd="1" destOrd="0" presId="urn:microsoft.com/office/officeart/2017/3/layout/DropPinTimeline"/>
    <dgm:cxn modelId="{FB5571B0-9035-4A8F-B58A-8A98AB322CCC}" type="presParOf" srcId="{EE55A887-E067-452D-BDA4-3F79B94C6B41}" destId="{299DFCF1-68A8-40F4-981E-6DE4EFB44F59}" srcOrd="2" destOrd="0" presId="urn:microsoft.com/office/officeart/2017/3/layout/DropPinTimeline"/>
    <dgm:cxn modelId="{AC7CB558-309A-45F4-8CD2-2D0A0DFA166E}" type="presParOf" srcId="{EE55A887-E067-452D-BDA4-3F79B94C6B41}" destId="{9DF342B2-5C76-4332-A35C-F9531F6C99C9}" srcOrd="3" destOrd="0" presId="urn:microsoft.com/office/officeart/2017/3/layout/DropPinTimeline"/>
    <dgm:cxn modelId="{9D086D17-D3C5-4B41-B214-564690AF1BCA}" type="presParOf" srcId="{EE55A887-E067-452D-BDA4-3F79B94C6B41}" destId="{9073C5F3-6A29-433F-9048-83225BED023A}" srcOrd="4" destOrd="0" presId="urn:microsoft.com/office/officeart/2017/3/layout/DropPinTimeline"/>
    <dgm:cxn modelId="{81D23E4A-1EB7-41CC-A9EB-BCD0B4C42B81}" type="presParOf" srcId="{EE55A887-E067-452D-BDA4-3F79B94C6B41}" destId="{4E531A08-8722-4D24-B78E-9FEDFEA5B0F5}" srcOrd="5" destOrd="0" presId="urn:microsoft.com/office/officeart/2017/3/layout/DropPinTimeline"/>
    <dgm:cxn modelId="{C6500334-829A-4D71-BCFE-250E5A9E1BEE}" type="presParOf" srcId="{12993FFE-7912-4ADE-AB9A-C2664E9C07A7}" destId="{DA674199-6627-41F7-AF54-F429A7ABFB6E}" srcOrd="5" destOrd="0" presId="urn:microsoft.com/office/officeart/2017/3/layout/DropPinTimeline"/>
    <dgm:cxn modelId="{37572685-1AE1-478C-AC93-BCD1AB8732D4}" type="presParOf" srcId="{12993FFE-7912-4ADE-AB9A-C2664E9C07A7}" destId="{7CC443FF-04D6-483E-B124-ADE811B5100F}" srcOrd="6" destOrd="0" presId="urn:microsoft.com/office/officeart/2017/3/layout/DropPinTimeline"/>
    <dgm:cxn modelId="{63CBF83A-C4C1-425C-8B98-F8D504506940}" type="presParOf" srcId="{7CC443FF-04D6-483E-B124-ADE811B5100F}" destId="{670AEC02-0EEE-4F0B-B743-D8E82F8A6AB0}" srcOrd="0" destOrd="0" presId="urn:microsoft.com/office/officeart/2017/3/layout/DropPinTimeline"/>
    <dgm:cxn modelId="{540CE245-53F6-4C03-84CA-2B4F66032257}" type="presParOf" srcId="{7CC443FF-04D6-483E-B124-ADE811B5100F}" destId="{39A00B61-268D-4DAC-B1CB-12494AA16EC8}" srcOrd="1" destOrd="0" presId="urn:microsoft.com/office/officeart/2017/3/layout/DropPinTimeline"/>
    <dgm:cxn modelId="{61BB3598-18C5-4B49-AEA9-B9E950A5F181}" type="presParOf" srcId="{39A00B61-268D-4DAC-B1CB-12494AA16EC8}" destId="{5CE3F3BE-6DE5-4313-BF39-F99414E8BB92}" srcOrd="0" destOrd="0" presId="urn:microsoft.com/office/officeart/2017/3/layout/DropPinTimeline"/>
    <dgm:cxn modelId="{19B81F92-1DD5-4DEE-8B20-6876761DC7E1}" type="presParOf" srcId="{39A00B61-268D-4DAC-B1CB-12494AA16EC8}" destId="{7A8C03F8-1E4B-49B0-AAF5-6B2A92E4E8CB}" srcOrd="1" destOrd="0" presId="urn:microsoft.com/office/officeart/2017/3/layout/DropPinTimeline"/>
    <dgm:cxn modelId="{88CE4F60-9289-4C79-BBDA-CAEE34295206}" type="presParOf" srcId="{7CC443FF-04D6-483E-B124-ADE811B5100F}" destId="{A64D6F50-1078-4EAB-B293-EC1294AAF139}" srcOrd="2" destOrd="0" presId="urn:microsoft.com/office/officeart/2017/3/layout/DropPinTimeline"/>
    <dgm:cxn modelId="{4EC9805B-8EEB-4EE7-AF45-F04B76C95A0B}" type="presParOf" srcId="{7CC443FF-04D6-483E-B124-ADE811B5100F}" destId="{F20ED652-DF83-4BC8-9183-1F919D7B45C2}" srcOrd="3" destOrd="0" presId="urn:microsoft.com/office/officeart/2017/3/layout/DropPinTimeline"/>
    <dgm:cxn modelId="{5EA02369-9D5D-44D3-84EF-608C59CEF8F4}" type="presParOf" srcId="{7CC443FF-04D6-483E-B124-ADE811B5100F}" destId="{216AD44E-91BD-40D9-8724-D18252954BEE}" srcOrd="4" destOrd="0" presId="urn:microsoft.com/office/officeart/2017/3/layout/DropPinTimeline"/>
    <dgm:cxn modelId="{EF0FF185-7640-4F8B-BE48-4935A19FD96D}" type="presParOf" srcId="{7CC443FF-04D6-483E-B124-ADE811B5100F}" destId="{D2845083-9033-4E59-9437-BC02AC32A572}" srcOrd="5" destOrd="0" presId="urn:microsoft.com/office/officeart/2017/3/layout/DropPinTimeline"/>
    <dgm:cxn modelId="{31C3F07E-64F2-4535-A9E3-0D82FAED5E08}" type="presParOf" srcId="{12993FFE-7912-4ADE-AB9A-C2664E9C07A7}" destId="{B9AD695A-0343-4DDC-831C-1693674616D3}" srcOrd="7" destOrd="0" presId="urn:microsoft.com/office/officeart/2017/3/layout/DropPinTimeline"/>
    <dgm:cxn modelId="{2EA6BA35-E2D6-4015-8577-7FB9C5BFAB64}" type="presParOf" srcId="{12993FFE-7912-4ADE-AB9A-C2664E9C07A7}" destId="{E405C22C-1560-4F6B-9176-CACB2C922058}" srcOrd="8" destOrd="0" presId="urn:microsoft.com/office/officeart/2017/3/layout/DropPinTimeline"/>
    <dgm:cxn modelId="{2E75C49E-9E2E-4DD8-836B-4B0EA83D7D5E}" type="presParOf" srcId="{E405C22C-1560-4F6B-9176-CACB2C922058}" destId="{F914B424-E886-4795-9C47-D13FE9174B4A}" srcOrd="0" destOrd="0" presId="urn:microsoft.com/office/officeart/2017/3/layout/DropPinTimeline"/>
    <dgm:cxn modelId="{1C5318F0-6727-485E-89F4-0CB1A68A3AF6}" type="presParOf" srcId="{E405C22C-1560-4F6B-9176-CACB2C922058}" destId="{AD6743C0-FF9F-42A3-AFE1-EE9C26B64077}" srcOrd="1" destOrd="0" presId="urn:microsoft.com/office/officeart/2017/3/layout/DropPinTimeline"/>
    <dgm:cxn modelId="{F15BD8E4-E588-48A4-BE91-C42A4055D443}" type="presParOf" srcId="{AD6743C0-FF9F-42A3-AFE1-EE9C26B64077}" destId="{20295151-7DB4-41E6-A0C1-3AA04A878F83}" srcOrd="0" destOrd="0" presId="urn:microsoft.com/office/officeart/2017/3/layout/DropPinTimeline"/>
    <dgm:cxn modelId="{5CA934D6-CC6E-46B1-A23C-432CCBB00BD3}" type="presParOf" srcId="{AD6743C0-FF9F-42A3-AFE1-EE9C26B64077}" destId="{69BAEDAC-D1BF-4734-893E-754206AF4714}" srcOrd="1" destOrd="0" presId="urn:microsoft.com/office/officeart/2017/3/layout/DropPinTimeline"/>
    <dgm:cxn modelId="{67C6B61C-4D9E-44FE-8693-382D15FEAD1F}" type="presParOf" srcId="{E405C22C-1560-4F6B-9176-CACB2C922058}" destId="{2E500F8E-E25F-4C3D-B54C-8D3B0074602A}" srcOrd="2" destOrd="0" presId="urn:microsoft.com/office/officeart/2017/3/layout/DropPinTimeline"/>
    <dgm:cxn modelId="{7326E6E9-DFE1-40A0-B95A-798547093BC4}" type="presParOf" srcId="{E405C22C-1560-4F6B-9176-CACB2C922058}" destId="{2EA945C1-4A03-4259-9948-9033C169D610}" srcOrd="3" destOrd="0" presId="urn:microsoft.com/office/officeart/2017/3/layout/DropPinTimeline"/>
    <dgm:cxn modelId="{D958CF5C-E0DE-4433-B847-C93268121309}" type="presParOf" srcId="{E405C22C-1560-4F6B-9176-CACB2C922058}" destId="{8AF28D11-58E1-41AA-BB28-AF9475E907A1}" srcOrd="4" destOrd="0" presId="urn:microsoft.com/office/officeart/2017/3/layout/DropPinTimeline"/>
    <dgm:cxn modelId="{895A7AFD-66DD-4F97-B8D7-20435CA507F9}" type="presParOf" srcId="{E405C22C-1560-4F6B-9176-CACB2C922058}" destId="{8048440D-B8E2-4404-AB89-E001FBC08AB5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E9091E7-12A0-448F-9D90-A1540F93EDA1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B99726-EC47-4798-BFB8-0DAD0FB53991}">
      <dgm:prSet custT="1"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100">
              <a:solidFill>
                <a:srgbClr val="FFFFFF"/>
              </a:solidFill>
              <a:latin typeface="Tenorite"/>
              <a:ea typeface="+mn-ea"/>
              <a:cs typeface="+mn-cs"/>
            </a:rPr>
            <a:t>Mar. 2018</a:t>
          </a:r>
        </a:p>
      </dgm:t>
    </dgm:pt>
    <dgm:pt modelId="{899AA697-C161-4323-9ECE-F25AAC7E82F8}" type="parTrans" cxnId="{43B50BB5-4B00-4E96-8147-49295D6655ED}">
      <dgm:prSet/>
      <dgm:spPr/>
      <dgm:t>
        <a:bodyPr/>
        <a:lstStyle/>
        <a:p>
          <a:endParaRPr lang="en-US"/>
        </a:p>
      </dgm:t>
    </dgm:pt>
    <dgm:pt modelId="{5B5F7C97-1D78-47D8-BAF4-F3DB58553C0A}" type="sibTrans" cxnId="{43B50BB5-4B00-4E96-8147-49295D6655ED}">
      <dgm:prSet/>
      <dgm:spPr/>
      <dgm:t>
        <a:bodyPr/>
        <a:lstStyle/>
        <a:p>
          <a:endParaRPr lang="en-US"/>
        </a:p>
      </dgm:t>
    </dgm:pt>
    <dgm:pt modelId="{9D016310-B68C-4DA7-9460-A4FD7E39402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Tenorite"/>
              <a:ea typeface="+mn-ea"/>
              <a:cs typeface="+mn-cs"/>
            </a:rPr>
            <a:t>In March of 2018, Equifax announced that an additional 2.4 million individuals had their information stolen</a:t>
          </a:r>
        </a:p>
      </dgm:t>
    </dgm:pt>
    <dgm:pt modelId="{821E41E7-C6E8-4303-A206-F69B4DA8BBDE}" type="parTrans" cxnId="{2A6B2593-B304-4973-8C38-29E99AF406D5}">
      <dgm:prSet/>
      <dgm:spPr/>
      <dgm:t>
        <a:bodyPr/>
        <a:lstStyle/>
        <a:p>
          <a:endParaRPr lang="en-US"/>
        </a:p>
      </dgm:t>
    </dgm:pt>
    <dgm:pt modelId="{B85DDDF3-9A3E-479A-8143-E39CE4693116}" type="sibTrans" cxnId="{2A6B2593-B304-4973-8C38-29E99AF406D5}">
      <dgm:prSet/>
      <dgm:spPr/>
      <dgm:t>
        <a:bodyPr/>
        <a:lstStyle/>
        <a:p>
          <a:endParaRPr lang="en-US"/>
        </a:p>
      </dgm:t>
    </dgm:pt>
    <dgm:pt modelId="{E11D05EB-C543-4B71-BF7E-81D2E2E3454D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700">
              <a:solidFill>
                <a:srgbClr val="FFFFFF"/>
              </a:solidFill>
              <a:latin typeface="Tenorite"/>
              <a:ea typeface="+mn-ea"/>
              <a:cs typeface="+mn-cs"/>
            </a:rPr>
            <a:t>June 2019</a:t>
          </a:r>
        </a:p>
      </dgm:t>
    </dgm:pt>
    <dgm:pt modelId="{31D3A3AF-9EFF-4470-AA3D-FAA80D2D8DEB}" type="parTrans" cxnId="{A0DA4D31-C858-42D9-968F-93EBEAC0E1CB}">
      <dgm:prSet/>
      <dgm:spPr/>
      <dgm:t>
        <a:bodyPr/>
        <a:lstStyle/>
        <a:p>
          <a:endParaRPr lang="en-US"/>
        </a:p>
      </dgm:t>
    </dgm:pt>
    <dgm:pt modelId="{223AB9B8-C0F2-4A05-9297-725F0F8D98B3}" type="sibTrans" cxnId="{A0DA4D31-C858-42D9-968F-93EBEAC0E1CB}">
      <dgm:prSet/>
      <dgm:spPr/>
      <dgm:t>
        <a:bodyPr/>
        <a:lstStyle/>
        <a:p>
          <a:endParaRPr lang="en-US"/>
        </a:p>
      </dgm:t>
    </dgm:pt>
    <dgm:pt modelId="{819A8D34-542F-4386-AF39-9078228EE5B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latin typeface="Tenorite"/>
              <a:ea typeface="+mn-ea"/>
              <a:cs typeface="+mn-cs"/>
            </a:rPr>
            <a:t>In June 2019, Equifax entered a settlement with the FTC (Federal Trade Commission), and the CFPB (Consumer Final Protection Bereau).</a:t>
          </a:r>
        </a:p>
      </dgm:t>
    </dgm:pt>
    <dgm:pt modelId="{7E7F6D6B-EC5C-4119-B9E6-BFCE534BF2C9}" type="parTrans" cxnId="{F20C7ECB-0DDB-474C-8EF0-865DD0BCCE29}">
      <dgm:prSet/>
      <dgm:spPr/>
      <dgm:t>
        <a:bodyPr/>
        <a:lstStyle/>
        <a:p>
          <a:endParaRPr lang="en-US"/>
        </a:p>
      </dgm:t>
    </dgm:pt>
    <dgm:pt modelId="{1EC108C6-5096-4392-9D7A-F94031B5707A}" type="sibTrans" cxnId="{F20C7ECB-0DDB-474C-8EF0-865DD0BCCE29}">
      <dgm:prSet/>
      <dgm:spPr/>
      <dgm:t>
        <a:bodyPr/>
        <a:lstStyle/>
        <a:p>
          <a:endParaRPr lang="en-US"/>
        </a:p>
      </dgm:t>
    </dgm:pt>
    <dgm:pt modelId="{113A64D6-A4CE-402A-9D48-FDE2C8D353CF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700">
              <a:solidFill>
                <a:srgbClr val="FFFFFF"/>
              </a:solidFill>
              <a:latin typeface="Tenorite"/>
              <a:ea typeface="+mn-ea"/>
              <a:cs typeface="+mn-cs"/>
            </a:rPr>
            <a:t>Jan. 2020</a:t>
          </a:r>
        </a:p>
      </dgm:t>
    </dgm:pt>
    <dgm:pt modelId="{DADF8406-EFBE-43E7-8120-AF05C8CCFB4C}" type="parTrans" cxnId="{5999017E-42BC-43F9-8DF1-7A8AFEDDCA5D}">
      <dgm:prSet/>
      <dgm:spPr/>
      <dgm:t>
        <a:bodyPr/>
        <a:lstStyle/>
        <a:p>
          <a:endParaRPr lang="en-US"/>
        </a:p>
      </dgm:t>
    </dgm:pt>
    <dgm:pt modelId="{080A5494-5A1F-4C48-BB01-FB14FB7019E4}" type="sibTrans" cxnId="{5999017E-42BC-43F9-8DF1-7A8AFEDDCA5D}">
      <dgm:prSet/>
      <dgm:spPr/>
      <dgm:t>
        <a:bodyPr/>
        <a:lstStyle/>
        <a:p>
          <a:endParaRPr lang="en-US"/>
        </a:p>
      </dgm:t>
    </dgm:pt>
    <dgm:pt modelId="{98E067EC-EB6E-4EC9-9C4C-4652DE5FF3FD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Tenorite"/>
              <a:ea typeface="+mn-ea"/>
              <a:cs typeface="+mn-cs"/>
            </a:rPr>
            <a:t>In January 2020, the first time that people affected from the breach could submit a claim to get compensated.</a:t>
          </a:r>
        </a:p>
      </dgm:t>
    </dgm:pt>
    <dgm:pt modelId="{36092CF0-07D8-4937-9994-4A09C2CF0FAE}" type="parTrans" cxnId="{DBBED7D4-7C43-4D10-A1CB-11AF24DF4DBC}">
      <dgm:prSet/>
      <dgm:spPr/>
      <dgm:t>
        <a:bodyPr/>
        <a:lstStyle/>
        <a:p>
          <a:endParaRPr lang="en-US"/>
        </a:p>
      </dgm:t>
    </dgm:pt>
    <dgm:pt modelId="{5B685763-E05F-4711-BFB3-7E848E8AA093}" type="sibTrans" cxnId="{DBBED7D4-7C43-4D10-A1CB-11AF24DF4DBC}">
      <dgm:prSet/>
      <dgm:spPr/>
      <dgm:t>
        <a:bodyPr/>
        <a:lstStyle/>
        <a:p>
          <a:endParaRPr lang="en-US"/>
        </a:p>
      </dgm:t>
    </dgm:pt>
    <dgm:pt modelId="{3213D791-3B5B-4818-B2CC-DEC3D74DBAE6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700">
              <a:solidFill>
                <a:srgbClr val="FFFFFF"/>
              </a:solidFill>
              <a:latin typeface="Tenorite"/>
              <a:ea typeface="+mn-ea"/>
              <a:cs typeface="+mn-cs"/>
            </a:rPr>
            <a:t>Jan. 2024</a:t>
          </a:r>
        </a:p>
      </dgm:t>
    </dgm:pt>
    <dgm:pt modelId="{FD6BBE1A-5E11-47E0-A6E2-FA3369D8C8D7}" type="parTrans" cxnId="{0ECCEA8C-2463-45AB-80F6-9774786CBDA9}">
      <dgm:prSet/>
      <dgm:spPr/>
      <dgm:t>
        <a:bodyPr/>
        <a:lstStyle/>
        <a:p>
          <a:endParaRPr lang="en-US"/>
        </a:p>
      </dgm:t>
    </dgm:pt>
    <dgm:pt modelId="{28877C58-142F-4128-8302-42F32FBAD057}" type="sibTrans" cxnId="{0ECCEA8C-2463-45AB-80F6-9774786CBDA9}">
      <dgm:prSet/>
      <dgm:spPr/>
      <dgm:t>
        <a:bodyPr/>
        <a:lstStyle/>
        <a:p>
          <a:endParaRPr lang="en-US"/>
        </a:p>
      </dgm:t>
    </dgm:pt>
    <dgm:pt modelId="{79D955AD-4A53-45C3-B79B-C64AE7AA015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Tenorite"/>
              <a:ea typeface="+mn-ea"/>
              <a:cs typeface="+mn-cs"/>
            </a:rPr>
            <a:t>In January 2024, this deadline was extended, allowing more people to submit a claim, after this no more claims were accepted.</a:t>
          </a:r>
        </a:p>
      </dgm:t>
    </dgm:pt>
    <dgm:pt modelId="{3327C00C-24C3-4148-8CA2-65EDACF00ACB}" type="parTrans" cxnId="{A28EAC10-1FAA-4F0D-94BF-5562D240062B}">
      <dgm:prSet/>
      <dgm:spPr/>
      <dgm:t>
        <a:bodyPr/>
        <a:lstStyle/>
        <a:p>
          <a:endParaRPr lang="en-US"/>
        </a:p>
      </dgm:t>
    </dgm:pt>
    <dgm:pt modelId="{DECE6D7E-CDCB-4B64-B7B1-0DB77BA91829}" type="sibTrans" cxnId="{A28EAC10-1FAA-4F0D-94BF-5562D240062B}">
      <dgm:prSet/>
      <dgm:spPr/>
      <dgm:t>
        <a:bodyPr/>
        <a:lstStyle/>
        <a:p>
          <a:endParaRPr lang="en-US"/>
        </a:p>
      </dgm:t>
    </dgm:pt>
    <dgm:pt modelId="{25DC4CC4-5275-4D8C-BE67-881BC9709427}">
      <dgm:prSet/>
      <dgm:spPr/>
      <dgm:t>
        <a:bodyPr/>
        <a:lstStyle/>
        <a:p>
          <a:pPr algn="l">
            <a:lnSpc>
              <a:spcPct val="90000"/>
            </a:lnSpc>
            <a:defRPr b="1"/>
          </a:pPr>
          <a:r>
            <a:rPr lang="en-US" sz="1700">
              <a:solidFill>
                <a:srgbClr val="FFFFFF"/>
              </a:solidFill>
              <a:latin typeface="Tenorite"/>
              <a:ea typeface="+mn-ea"/>
              <a:cs typeface="+mn-cs"/>
            </a:rPr>
            <a:t>2025</a:t>
          </a:r>
        </a:p>
      </dgm:t>
    </dgm:pt>
    <dgm:pt modelId="{E74614E8-A9D4-4111-A3B6-BB167A3EAEC9}" type="parTrans" cxnId="{B6E69F10-A955-42C7-833B-6B1D4963083C}">
      <dgm:prSet/>
      <dgm:spPr/>
      <dgm:t>
        <a:bodyPr/>
        <a:lstStyle/>
        <a:p>
          <a:endParaRPr lang="en-US"/>
        </a:p>
      </dgm:t>
    </dgm:pt>
    <dgm:pt modelId="{56A5D0AC-34C9-444E-B2E1-224C6D2ADAC8}" type="sibTrans" cxnId="{B6E69F10-A955-42C7-833B-6B1D4963083C}">
      <dgm:prSet/>
      <dgm:spPr/>
      <dgm:t>
        <a:bodyPr/>
        <a:lstStyle/>
        <a:p>
          <a:endParaRPr lang="en-US"/>
        </a:p>
      </dgm:t>
    </dgm:pt>
    <dgm:pt modelId="{02602281-A3F9-493B-8F02-08C7E78B9BE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Tenorite"/>
              <a:ea typeface="+mn-ea"/>
              <a:cs typeface="+mn-cs"/>
            </a:rPr>
            <a:t>Equifax continues to face legal action and fines today.</a:t>
          </a:r>
        </a:p>
      </dgm:t>
    </dgm:pt>
    <dgm:pt modelId="{D4AC585D-16A1-4070-AC43-9133897CBEC7}" type="parTrans" cxnId="{8DA9C2F7-80D2-419D-B88F-E5A8E0DA7558}">
      <dgm:prSet/>
      <dgm:spPr/>
      <dgm:t>
        <a:bodyPr/>
        <a:lstStyle/>
        <a:p>
          <a:endParaRPr lang="en-US"/>
        </a:p>
      </dgm:t>
    </dgm:pt>
    <dgm:pt modelId="{35955179-E26F-4E6A-8B1E-2ED095BA44CB}" type="sibTrans" cxnId="{8DA9C2F7-80D2-419D-B88F-E5A8E0DA7558}">
      <dgm:prSet/>
      <dgm:spPr/>
      <dgm:t>
        <a:bodyPr/>
        <a:lstStyle/>
        <a:p>
          <a:endParaRPr lang="en-US"/>
        </a:p>
      </dgm:t>
    </dgm:pt>
    <dgm:pt modelId="{E9500B70-55A2-4B82-A105-58E04D43D512}" type="pres">
      <dgm:prSet presAssocID="{2E9091E7-12A0-448F-9D90-A1540F93EDA1}" presName="root" presStyleCnt="0">
        <dgm:presLayoutVars>
          <dgm:chMax/>
          <dgm:chPref/>
          <dgm:animLvl val="lvl"/>
        </dgm:presLayoutVars>
      </dgm:prSet>
      <dgm:spPr/>
    </dgm:pt>
    <dgm:pt modelId="{010F15DD-E6CA-4215-84E7-D468D403F62B}" type="pres">
      <dgm:prSet presAssocID="{2E9091E7-12A0-448F-9D90-A1540F93EDA1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3A61B83-FF5F-4EEE-B58E-6081C01E8318}" type="pres">
      <dgm:prSet presAssocID="{2E9091E7-12A0-448F-9D90-A1540F93EDA1}" presName="nodes" presStyleCnt="0">
        <dgm:presLayoutVars>
          <dgm:chMax/>
          <dgm:chPref/>
          <dgm:animLvl val="lvl"/>
        </dgm:presLayoutVars>
      </dgm:prSet>
      <dgm:spPr/>
    </dgm:pt>
    <dgm:pt modelId="{BA499E5F-2B09-46DA-9258-8C1E56C5144C}" type="pres">
      <dgm:prSet presAssocID="{4AB99726-EC47-4798-BFB8-0DAD0FB53991}" presName="composite" presStyleCnt="0"/>
      <dgm:spPr/>
    </dgm:pt>
    <dgm:pt modelId="{69065413-FF2D-46D0-8410-88B45D392FC2}" type="pres">
      <dgm:prSet presAssocID="{4AB99726-EC47-4798-BFB8-0DAD0FB53991}" presName="ConnectorPoint" presStyleLbl="lnNode1" presStyleIdx="0" presStyleCnt="5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AD0A738-4099-444D-9C50-AC41E7A82B34}" type="pres">
      <dgm:prSet presAssocID="{4AB99726-EC47-4798-BFB8-0DAD0FB53991}" presName="DropPinPlaceHolder" presStyleCnt="0"/>
      <dgm:spPr/>
    </dgm:pt>
    <dgm:pt modelId="{60DA785C-F445-48A8-A971-6EC117B58608}" type="pres">
      <dgm:prSet presAssocID="{4AB99726-EC47-4798-BFB8-0DAD0FB53991}" presName="DropPin" presStyleLbl="alignNode1" presStyleIdx="0" presStyleCnt="5"/>
      <dgm:spPr/>
    </dgm:pt>
    <dgm:pt modelId="{E9279F3B-DE13-4B34-909B-94840EBCB37E}" type="pres">
      <dgm:prSet presAssocID="{4AB99726-EC47-4798-BFB8-0DAD0FB53991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EC9D0FC4-46BB-4B0B-BD32-F5121472305B}" type="pres">
      <dgm:prSet presAssocID="{4AB99726-EC47-4798-BFB8-0DAD0FB53991}" presName="L2TextContainer" presStyleLbl="revTx" presStyleIdx="0" presStyleCnt="10">
        <dgm:presLayoutVars>
          <dgm:bulletEnabled val="1"/>
        </dgm:presLayoutVars>
      </dgm:prSet>
      <dgm:spPr/>
    </dgm:pt>
    <dgm:pt modelId="{664FFCC7-68D4-4761-A3CA-032752F215D6}" type="pres">
      <dgm:prSet presAssocID="{4AB99726-EC47-4798-BFB8-0DAD0FB53991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1E65D0B9-9D1E-4F78-BD63-B5CC605EBEDD}" type="pres">
      <dgm:prSet presAssocID="{4AB99726-EC47-4798-BFB8-0DAD0FB53991}" presName="ConnectLine" presStyleLbl="sibTrans1D1" presStyleIdx="0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F65FDAE-A949-47B9-9B60-24F1DD44B96A}" type="pres">
      <dgm:prSet presAssocID="{4AB99726-EC47-4798-BFB8-0DAD0FB53991}" presName="EmptyPlaceHolder" presStyleCnt="0"/>
      <dgm:spPr/>
    </dgm:pt>
    <dgm:pt modelId="{129B957A-B7FA-41BD-837F-3BB36D53E830}" type="pres">
      <dgm:prSet presAssocID="{5B5F7C97-1D78-47D8-BAF4-F3DB58553C0A}" presName="spaceBetweenRectangles" presStyleCnt="0"/>
      <dgm:spPr/>
    </dgm:pt>
    <dgm:pt modelId="{349E3F4B-D966-4605-B229-8D7A676D961D}" type="pres">
      <dgm:prSet presAssocID="{E11D05EB-C543-4B71-BF7E-81D2E2E3454D}" presName="composite" presStyleCnt="0"/>
      <dgm:spPr/>
    </dgm:pt>
    <dgm:pt modelId="{F810CE75-C9EC-42EB-8B51-68BD7F29DC5B}" type="pres">
      <dgm:prSet presAssocID="{E11D05EB-C543-4B71-BF7E-81D2E2E3454D}" presName="ConnectorPoint" presStyleLbl="lnNode1" presStyleIdx="1" presStyleCnt="5"/>
      <dgm:spPr>
        <a:solidFill>
          <a:schemeClr val="accent2">
            <a:hueOff val="28360"/>
            <a:satOff val="3260"/>
            <a:lumOff val="-259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C7D7C3D-125A-491C-9925-4A6BE70919F4}" type="pres">
      <dgm:prSet presAssocID="{E11D05EB-C543-4B71-BF7E-81D2E2E3454D}" presName="DropPinPlaceHolder" presStyleCnt="0"/>
      <dgm:spPr/>
    </dgm:pt>
    <dgm:pt modelId="{4CB8A622-AFCD-4AF1-BB86-B3D131ECCA34}" type="pres">
      <dgm:prSet presAssocID="{E11D05EB-C543-4B71-BF7E-81D2E2E3454D}" presName="DropPin" presStyleLbl="alignNode1" presStyleIdx="1" presStyleCnt="5"/>
      <dgm:spPr/>
    </dgm:pt>
    <dgm:pt modelId="{233D199B-69BF-4064-ABEA-A8F846DFA90D}" type="pres">
      <dgm:prSet presAssocID="{E11D05EB-C543-4B71-BF7E-81D2E2E3454D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110603-6D1B-4D71-A139-E0CC0B390A58}" type="pres">
      <dgm:prSet presAssocID="{E11D05EB-C543-4B71-BF7E-81D2E2E3454D}" presName="L2TextContainer" presStyleLbl="revTx" presStyleIdx="2" presStyleCnt="10">
        <dgm:presLayoutVars>
          <dgm:bulletEnabled val="1"/>
        </dgm:presLayoutVars>
      </dgm:prSet>
      <dgm:spPr/>
    </dgm:pt>
    <dgm:pt modelId="{A7595A8C-B0A6-4B62-916E-0B6CCC3DC3F3}" type="pres">
      <dgm:prSet presAssocID="{E11D05EB-C543-4B71-BF7E-81D2E2E3454D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27132B69-B276-414B-AF79-A6EDD2F1ADD7}" type="pres">
      <dgm:prSet presAssocID="{E11D05EB-C543-4B71-BF7E-81D2E2E3454D}" presName="ConnectLine" presStyleLbl="sibTrans1D1" presStyleIdx="1" presStyleCnt="5"/>
      <dgm:spPr>
        <a:noFill/>
        <a:ln w="12700" cap="flat" cmpd="sng" algn="ctr">
          <a:solidFill>
            <a:schemeClr val="accent2">
              <a:hueOff val="28360"/>
              <a:satOff val="3260"/>
              <a:lumOff val="-2598"/>
              <a:alphaOff val="0"/>
            </a:schemeClr>
          </a:solidFill>
          <a:prstDash val="dash"/>
          <a:miter lim="800000"/>
        </a:ln>
        <a:effectLst/>
      </dgm:spPr>
    </dgm:pt>
    <dgm:pt modelId="{FEFAFEA3-E852-4110-B89C-678D3991FA28}" type="pres">
      <dgm:prSet presAssocID="{E11D05EB-C543-4B71-BF7E-81D2E2E3454D}" presName="EmptyPlaceHolder" presStyleCnt="0"/>
      <dgm:spPr/>
    </dgm:pt>
    <dgm:pt modelId="{0C14A2E5-C7E3-4166-A93E-8CFCAF08D2BB}" type="pres">
      <dgm:prSet presAssocID="{223AB9B8-C0F2-4A05-9297-725F0F8D98B3}" presName="spaceBetweenRectangles" presStyleCnt="0"/>
      <dgm:spPr/>
    </dgm:pt>
    <dgm:pt modelId="{0CE0DFF2-756E-49F8-B7E3-CB06E10BD7B9}" type="pres">
      <dgm:prSet presAssocID="{113A64D6-A4CE-402A-9D48-FDE2C8D353CF}" presName="composite" presStyleCnt="0"/>
      <dgm:spPr/>
    </dgm:pt>
    <dgm:pt modelId="{9619DBBB-64AA-47FB-9DD8-DEB5F6B23FB1}" type="pres">
      <dgm:prSet presAssocID="{113A64D6-A4CE-402A-9D48-FDE2C8D353CF}" presName="ConnectorPoint" presStyleLbl="lnNode1" presStyleIdx="2" presStyleCnt="5"/>
      <dgm:spPr>
        <a:solidFill>
          <a:schemeClr val="accent2">
            <a:hueOff val="56720"/>
            <a:satOff val="6519"/>
            <a:lumOff val="-519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127AD5C-CC9D-41C2-924D-0ED6363689E7}" type="pres">
      <dgm:prSet presAssocID="{113A64D6-A4CE-402A-9D48-FDE2C8D353CF}" presName="DropPinPlaceHolder" presStyleCnt="0"/>
      <dgm:spPr/>
    </dgm:pt>
    <dgm:pt modelId="{051C3F04-800A-4A20-973D-78FE03BAE4AF}" type="pres">
      <dgm:prSet presAssocID="{113A64D6-A4CE-402A-9D48-FDE2C8D353CF}" presName="DropPin" presStyleLbl="alignNode1" presStyleIdx="2" presStyleCnt="5"/>
      <dgm:spPr/>
    </dgm:pt>
    <dgm:pt modelId="{4D599C89-098E-467A-BE70-DCB05A22F50E}" type="pres">
      <dgm:prSet presAssocID="{113A64D6-A4CE-402A-9D48-FDE2C8D353CF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4A839298-078F-42BE-83A1-2D1AD843819A}" type="pres">
      <dgm:prSet presAssocID="{113A64D6-A4CE-402A-9D48-FDE2C8D353CF}" presName="L2TextContainer" presStyleLbl="revTx" presStyleIdx="4" presStyleCnt="10">
        <dgm:presLayoutVars>
          <dgm:bulletEnabled val="1"/>
        </dgm:presLayoutVars>
      </dgm:prSet>
      <dgm:spPr/>
    </dgm:pt>
    <dgm:pt modelId="{E9619FF4-819F-436D-B99A-482635614177}" type="pres">
      <dgm:prSet presAssocID="{113A64D6-A4CE-402A-9D48-FDE2C8D353CF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39F84859-7458-4B40-A7AD-FD450337EA5D}" type="pres">
      <dgm:prSet presAssocID="{113A64D6-A4CE-402A-9D48-FDE2C8D353CF}" presName="ConnectLine" presStyleLbl="sibTrans1D1" presStyleIdx="2" presStyleCnt="5"/>
      <dgm:spPr>
        <a:noFill/>
        <a:ln w="12700" cap="flat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dash"/>
          <a:miter lim="800000"/>
        </a:ln>
        <a:effectLst/>
      </dgm:spPr>
    </dgm:pt>
    <dgm:pt modelId="{83DD1C02-BEC5-4314-AA80-311F6039DA00}" type="pres">
      <dgm:prSet presAssocID="{113A64D6-A4CE-402A-9D48-FDE2C8D353CF}" presName="EmptyPlaceHolder" presStyleCnt="0"/>
      <dgm:spPr/>
    </dgm:pt>
    <dgm:pt modelId="{7BFDF748-0612-4750-AA0A-D3B8B928122B}" type="pres">
      <dgm:prSet presAssocID="{080A5494-5A1F-4C48-BB01-FB14FB7019E4}" presName="spaceBetweenRectangles" presStyleCnt="0"/>
      <dgm:spPr/>
    </dgm:pt>
    <dgm:pt modelId="{B75FA5C4-7E5A-4120-9E33-93B445F5A4FE}" type="pres">
      <dgm:prSet presAssocID="{3213D791-3B5B-4818-B2CC-DEC3D74DBAE6}" presName="composite" presStyleCnt="0"/>
      <dgm:spPr/>
    </dgm:pt>
    <dgm:pt modelId="{FE8FA356-39D1-470A-A2FE-A76AA093B442}" type="pres">
      <dgm:prSet presAssocID="{3213D791-3B5B-4818-B2CC-DEC3D74DBAE6}" presName="ConnectorPoint" presStyleLbl="lnNode1" presStyleIdx="3" presStyleCnt="5"/>
      <dgm:spPr>
        <a:solidFill>
          <a:schemeClr val="accent2">
            <a:hueOff val="85079"/>
            <a:satOff val="9779"/>
            <a:lumOff val="-779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E07A6F0-D401-45EC-BF06-2C4E9A747803}" type="pres">
      <dgm:prSet presAssocID="{3213D791-3B5B-4818-B2CC-DEC3D74DBAE6}" presName="DropPinPlaceHolder" presStyleCnt="0"/>
      <dgm:spPr/>
    </dgm:pt>
    <dgm:pt modelId="{7FFEA9D1-EA8D-4F57-B9D3-6FDA8DE1092F}" type="pres">
      <dgm:prSet presAssocID="{3213D791-3B5B-4818-B2CC-DEC3D74DBAE6}" presName="DropPin" presStyleLbl="alignNode1" presStyleIdx="3" presStyleCnt="5"/>
      <dgm:spPr/>
    </dgm:pt>
    <dgm:pt modelId="{C6E13A5B-7F96-4E64-BE37-F309446346CC}" type="pres">
      <dgm:prSet presAssocID="{3213D791-3B5B-4818-B2CC-DEC3D74DBAE6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6AD730F-6187-4A0F-B6EC-217DFE29C19F}" type="pres">
      <dgm:prSet presAssocID="{3213D791-3B5B-4818-B2CC-DEC3D74DBAE6}" presName="L2TextContainer" presStyleLbl="revTx" presStyleIdx="6" presStyleCnt="10">
        <dgm:presLayoutVars>
          <dgm:bulletEnabled val="1"/>
        </dgm:presLayoutVars>
      </dgm:prSet>
      <dgm:spPr/>
    </dgm:pt>
    <dgm:pt modelId="{887E49AF-D273-4D3C-AC3C-8B8A912CB107}" type="pres">
      <dgm:prSet presAssocID="{3213D791-3B5B-4818-B2CC-DEC3D74DBAE6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88B449F0-BAC3-42C7-A5A8-894360514EFE}" type="pres">
      <dgm:prSet presAssocID="{3213D791-3B5B-4818-B2CC-DEC3D74DBAE6}" presName="ConnectLine" presStyleLbl="sibTrans1D1" presStyleIdx="3" presStyleCnt="5"/>
      <dgm:spPr>
        <a:noFill/>
        <a:ln w="12700" cap="flat" cmpd="sng" algn="ctr">
          <a:solidFill>
            <a:schemeClr val="accent2">
              <a:hueOff val="85079"/>
              <a:satOff val="9779"/>
              <a:lumOff val="-7795"/>
              <a:alphaOff val="0"/>
            </a:schemeClr>
          </a:solidFill>
          <a:prstDash val="dash"/>
          <a:miter lim="800000"/>
        </a:ln>
        <a:effectLst/>
      </dgm:spPr>
    </dgm:pt>
    <dgm:pt modelId="{DDF81107-36E6-4415-B731-14C842DAA760}" type="pres">
      <dgm:prSet presAssocID="{3213D791-3B5B-4818-B2CC-DEC3D74DBAE6}" presName="EmptyPlaceHolder" presStyleCnt="0"/>
      <dgm:spPr/>
    </dgm:pt>
    <dgm:pt modelId="{D4074F23-70B6-4BF2-9048-1EDAB4BB7CB6}" type="pres">
      <dgm:prSet presAssocID="{28877C58-142F-4128-8302-42F32FBAD057}" presName="spaceBetweenRectangles" presStyleCnt="0"/>
      <dgm:spPr/>
    </dgm:pt>
    <dgm:pt modelId="{198970A7-8C70-4C4B-8B1C-5846A8C9E6A5}" type="pres">
      <dgm:prSet presAssocID="{25DC4CC4-5275-4D8C-BE67-881BC9709427}" presName="composite" presStyleCnt="0"/>
      <dgm:spPr/>
    </dgm:pt>
    <dgm:pt modelId="{F573C547-BA30-4F83-B1D9-FD33D5F4BFF9}" type="pres">
      <dgm:prSet presAssocID="{25DC4CC4-5275-4D8C-BE67-881BC9709427}" presName="ConnectorPoint" presStyleLbl="lnNode1" presStyleIdx="4" presStyleCnt="5"/>
      <dgm:spPr>
        <a:solidFill>
          <a:schemeClr val="accent2">
            <a:hueOff val="113439"/>
            <a:satOff val="13039"/>
            <a:lumOff val="-1039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B298126-D9A6-47F1-919C-223F41F4E3A9}" type="pres">
      <dgm:prSet presAssocID="{25DC4CC4-5275-4D8C-BE67-881BC9709427}" presName="DropPinPlaceHolder" presStyleCnt="0"/>
      <dgm:spPr/>
    </dgm:pt>
    <dgm:pt modelId="{76D5CF4F-A591-4E4C-9ACB-EDDB72ACF2E8}" type="pres">
      <dgm:prSet presAssocID="{25DC4CC4-5275-4D8C-BE67-881BC9709427}" presName="DropPin" presStyleLbl="alignNode1" presStyleIdx="4" presStyleCnt="5"/>
      <dgm:spPr/>
    </dgm:pt>
    <dgm:pt modelId="{C2364D8E-ADDB-4A9B-A8E2-43031C8F249D}" type="pres">
      <dgm:prSet presAssocID="{25DC4CC4-5275-4D8C-BE67-881BC9709427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843ED609-E344-4A21-ACFF-8025C0285F34}" type="pres">
      <dgm:prSet presAssocID="{25DC4CC4-5275-4D8C-BE67-881BC9709427}" presName="L2TextContainer" presStyleLbl="revTx" presStyleIdx="8" presStyleCnt="10">
        <dgm:presLayoutVars>
          <dgm:bulletEnabled val="1"/>
        </dgm:presLayoutVars>
      </dgm:prSet>
      <dgm:spPr/>
    </dgm:pt>
    <dgm:pt modelId="{9371B7FE-ACB6-42D1-A3B3-03149BA65E27}" type="pres">
      <dgm:prSet presAssocID="{25DC4CC4-5275-4D8C-BE67-881BC9709427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69B69400-8E80-4CBC-B284-DBA975749231}" type="pres">
      <dgm:prSet presAssocID="{25DC4CC4-5275-4D8C-BE67-881BC9709427}" presName="ConnectLine" presStyleLbl="sibTrans1D1" presStyleIdx="4" presStyleCnt="5"/>
      <dgm:spPr>
        <a:noFill/>
        <a:ln w="1270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dash"/>
          <a:miter lim="800000"/>
        </a:ln>
        <a:effectLst/>
      </dgm:spPr>
    </dgm:pt>
    <dgm:pt modelId="{6EF4B548-50C3-4F0D-B934-CC8C5CA04CFC}" type="pres">
      <dgm:prSet presAssocID="{25DC4CC4-5275-4D8C-BE67-881BC9709427}" presName="EmptyPlaceHolder" presStyleCnt="0"/>
      <dgm:spPr/>
    </dgm:pt>
  </dgm:ptLst>
  <dgm:cxnLst>
    <dgm:cxn modelId="{B6E69F10-A955-42C7-833B-6B1D4963083C}" srcId="{2E9091E7-12A0-448F-9D90-A1540F93EDA1}" destId="{25DC4CC4-5275-4D8C-BE67-881BC9709427}" srcOrd="4" destOrd="0" parTransId="{E74614E8-A9D4-4111-A3B6-BB167A3EAEC9}" sibTransId="{56A5D0AC-34C9-444E-B2E1-224C6D2ADAC8}"/>
    <dgm:cxn modelId="{A28EAC10-1FAA-4F0D-94BF-5562D240062B}" srcId="{3213D791-3B5B-4818-B2CC-DEC3D74DBAE6}" destId="{79D955AD-4A53-45C3-B79B-C64AE7AA0150}" srcOrd="0" destOrd="0" parTransId="{3327C00C-24C3-4148-8CA2-65EDACF00ACB}" sibTransId="{DECE6D7E-CDCB-4B64-B7B1-0DB77BA91829}"/>
    <dgm:cxn modelId="{7643B327-75A3-497F-975A-318697A7B605}" type="presOf" srcId="{3213D791-3B5B-4818-B2CC-DEC3D74DBAE6}" destId="{887E49AF-D273-4D3C-AC3C-8B8A912CB107}" srcOrd="0" destOrd="0" presId="urn:microsoft.com/office/officeart/2017/3/layout/DropPinTimeline"/>
    <dgm:cxn modelId="{A0DA4D31-C858-42D9-968F-93EBEAC0E1CB}" srcId="{2E9091E7-12A0-448F-9D90-A1540F93EDA1}" destId="{E11D05EB-C543-4B71-BF7E-81D2E2E3454D}" srcOrd="1" destOrd="0" parTransId="{31D3A3AF-9EFF-4470-AA3D-FAA80D2D8DEB}" sibTransId="{223AB9B8-C0F2-4A05-9297-725F0F8D98B3}"/>
    <dgm:cxn modelId="{4BA59476-74AC-4C07-A03D-DD06519B2C5D}" type="presOf" srcId="{E11D05EB-C543-4B71-BF7E-81D2E2E3454D}" destId="{A7595A8C-B0A6-4B62-916E-0B6CCC3DC3F3}" srcOrd="0" destOrd="0" presId="urn:microsoft.com/office/officeart/2017/3/layout/DropPinTimeline"/>
    <dgm:cxn modelId="{F92CFB58-9EF2-4038-9B68-8DF220C16812}" type="presOf" srcId="{4AB99726-EC47-4798-BFB8-0DAD0FB53991}" destId="{664FFCC7-68D4-4761-A3CA-032752F215D6}" srcOrd="0" destOrd="0" presId="urn:microsoft.com/office/officeart/2017/3/layout/DropPinTimeline"/>
    <dgm:cxn modelId="{5999017E-42BC-43F9-8DF1-7A8AFEDDCA5D}" srcId="{2E9091E7-12A0-448F-9D90-A1540F93EDA1}" destId="{113A64D6-A4CE-402A-9D48-FDE2C8D353CF}" srcOrd="2" destOrd="0" parTransId="{DADF8406-EFBE-43E7-8120-AF05C8CCFB4C}" sibTransId="{080A5494-5A1F-4C48-BB01-FB14FB7019E4}"/>
    <dgm:cxn modelId="{0ECCEA8C-2463-45AB-80F6-9774786CBDA9}" srcId="{2E9091E7-12A0-448F-9D90-A1540F93EDA1}" destId="{3213D791-3B5B-4818-B2CC-DEC3D74DBAE6}" srcOrd="3" destOrd="0" parTransId="{FD6BBE1A-5E11-47E0-A6E2-FA3369D8C8D7}" sibTransId="{28877C58-142F-4128-8302-42F32FBAD057}"/>
    <dgm:cxn modelId="{2A6B2593-B304-4973-8C38-29E99AF406D5}" srcId="{4AB99726-EC47-4798-BFB8-0DAD0FB53991}" destId="{9D016310-B68C-4DA7-9460-A4FD7E394026}" srcOrd="0" destOrd="0" parTransId="{821E41E7-C6E8-4303-A206-F69B4DA8BBDE}" sibTransId="{B85DDDF3-9A3E-479A-8143-E39CE4693116}"/>
    <dgm:cxn modelId="{DF4A3898-DAC4-45AE-9DF5-59FB10916FC5}" type="presOf" srcId="{9D016310-B68C-4DA7-9460-A4FD7E394026}" destId="{EC9D0FC4-46BB-4B0B-BD32-F5121472305B}" srcOrd="0" destOrd="0" presId="urn:microsoft.com/office/officeart/2017/3/layout/DropPinTimeline"/>
    <dgm:cxn modelId="{43B50BB5-4B00-4E96-8147-49295D6655ED}" srcId="{2E9091E7-12A0-448F-9D90-A1540F93EDA1}" destId="{4AB99726-EC47-4798-BFB8-0DAD0FB53991}" srcOrd="0" destOrd="0" parTransId="{899AA697-C161-4323-9ECE-F25AAC7E82F8}" sibTransId="{5B5F7C97-1D78-47D8-BAF4-F3DB58553C0A}"/>
    <dgm:cxn modelId="{83A629C5-F2C4-4F16-AE2C-DAA75DF54AED}" type="presOf" srcId="{98E067EC-EB6E-4EC9-9C4C-4652DE5FF3FD}" destId="{4A839298-078F-42BE-83A1-2D1AD843819A}" srcOrd="0" destOrd="0" presId="urn:microsoft.com/office/officeart/2017/3/layout/DropPinTimeline"/>
    <dgm:cxn modelId="{F67013CA-D5E8-4A00-A387-5B105E3BCD07}" type="presOf" srcId="{819A8D34-542F-4386-AF39-9078228EE5BC}" destId="{96110603-6D1B-4D71-A139-E0CC0B390A58}" srcOrd="0" destOrd="0" presId="urn:microsoft.com/office/officeart/2017/3/layout/DropPinTimeline"/>
    <dgm:cxn modelId="{F20C7ECB-0DDB-474C-8EF0-865DD0BCCE29}" srcId="{E11D05EB-C543-4B71-BF7E-81D2E2E3454D}" destId="{819A8D34-542F-4386-AF39-9078228EE5BC}" srcOrd="0" destOrd="0" parTransId="{7E7F6D6B-EC5C-4119-B9E6-BFCE534BF2C9}" sibTransId="{1EC108C6-5096-4392-9D7A-F94031B5707A}"/>
    <dgm:cxn modelId="{7C3EDAD3-E392-42AF-BB78-57E946BF9AE0}" type="presOf" srcId="{02602281-A3F9-493B-8F02-08C7E78B9BE8}" destId="{843ED609-E344-4A21-ACFF-8025C0285F34}" srcOrd="0" destOrd="0" presId="urn:microsoft.com/office/officeart/2017/3/layout/DropPinTimeline"/>
    <dgm:cxn modelId="{DBBED7D4-7C43-4D10-A1CB-11AF24DF4DBC}" srcId="{113A64D6-A4CE-402A-9D48-FDE2C8D353CF}" destId="{98E067EC-EB6E-4EC9-9C4C-4652DE5FF3FD}" srcOrd="0" destOrd="0" parTransId="{36092CF0-07D8-4937-9994-4A09C2CF0FAE}" sibTransId="{5B685763-E05F-4711-BFB3-7E848E8AA093}"/>
    <dgm:cxn modelId="{1A21C0D5-BB9F-402B-9D6E-A736DC5A0ACB}" type="presOf" srcId="{25DC4CC4-5275-4D8C-BE67-881BC9709427}" destId="{9371B7FE-ACB6-42D1-A3B3-03149BA65E27}" srcOrd="0" destOrd="0" presId="urn:microsoft.com/office/officeart/2017/3/layout/DropPinTimeline"/>
    <dgm:cxn modelId="{C69E5ED7-A3C4-44C7-BD34-89807B623A1C}" type="presOf" srcId="{113A64D6-A4CE-402A-9D48-FDE2C8D353CF}" destId="{E9619FF4-819F-436D-B99A-482635614177}" srcOrd="0" destOrd="0" presId="urn:microsoft.com/office/officeart/2017/3/layout/DropPinTimeline"/>
    <dgm:cxn modelId="{D25761D8-4081-4885-978C-338C6685816E}" type="presOf" srcId="{79D955AD-4A53-45C3-B79B-C64AE7AA0150}" destId="{F6AD730F-6187-4A0F-B6EC-217DFE29C19F}" srcOrd="0" destOrd="0" presId="urn:microsoft.com/office/officeart/2017/3/layout/DropPinTimeline"/>
    <dgm:cxn modelId="{8551D9D9-1000-4A6D-B7AF-40A225BF2B7E}" type="presOf" srcId="{2E9091E7-12A0-448F-9D90-A1540F93EDA1}" destId="{E9500B70-55A2-4B82-A105-58E04D43D512}" srcOrd="0" destOrd="0" presId="urn:microsoft.com/office/officeart/2017/3/layout/DropPinTimeline"/>
    <dgm:cxn modelId="{8DA9C2F7-80D2-419D-B88F-E5A8E0DA7558}" srcId="{25DC4CC4-5275-4D8C-BE67-881BC9709427}" destId="{02602281-A3F9-493B-8F02-08C7E78B9BE8}" srcOrd="0" destOrd="0" parTransId="{D4AC585D-16A1-4070-AC43-9133897CBEC7}" sibTransId="{35955179-E26F-4E6A-8B1E-2ED095BA44CB}"/>
    <dgm:cxn modelId="{E5CA44E1-3A22-4DFA-8CDD-FE93D3E7EE3F}" type="presParOf" srcId="{E9500B70-55A2-4B82-A105-58E04D43D512}" destId="{010F15DD-E6CA-4215-84E7-D468D403F62B}" srcOrd="0" destOrd="0" presId="urn:microsoft.com/office/officeart/2017/3/layout/DropPinTimeline"/>
    <dgm:cxn modelId="{306CABEC-4BB4-45A1-9B30-16D0B0BE695A}" type="presParOf" srcId="{E9500B70-55A2-4B82-A105-58E04D43D512}" destId="{A3A61B83-FF5F-4EEE-B58E-6081C01E8318}" srcOrd="1" destOrd="0" presId="urn:microsoft.com/office/officeart/2017/3/layout/DropPinTimeline"/>
    <dgm:cxn modelId="{1DE56355-5B46-4EA7-AA2E-3047A28F2797}" type="presParOf" srcId="{A3A61B83-FF5F-4EEE-B58E-6081C01E8318}" destId="{BA499E5F-2B09-46DA-9258-8C1E56C5144C}" srcOrd="0" destOrd="0" presId="urn:microsoft.com/office/officeart/2017/3/layout/DropPinTimeline"/>
    <dgm:cxn modelId="{EDF35173-CB0B-43CC-BE2C-B63F9CC41A77}" type="presParOf" srcId="{BA499E5F-2B09-46DA-9258-8C1E56C5144C}" destId="{69065413-FF2D-46D0-8410-88B45D392FC2}" srcOrd="0" destOrd="0" presId="urn:microsoft.com/office/officeart/2017/3/layout/DropPinTimeline"/>
    <dgm:cxn modelId="{EF9D525B-C671-424D-AD05-3ECA5AED35D9}" type="presParOf" srcId="{BA499E5F-2B09-46DA-9258-8C1E56C5144C}" destId="{8AD0A738-4099-444D-9C50-AC41E7A82B34}" srcOrd="1" destOrd="0" presId="urn:microsoft.com/office/officeart/2017/3/layout/DropPinTimeline"/>
    <dgm:cxn modelId="{F55F71BD-7E7F-4822-AB6F-E540414049BA}" type="presParOf" srcId="{8AD0A738-4099-444D-9C50-AC41E7A82B34}" destId="{60DA785C-F445-48A8-A971-6EC117B58608}" srcOrd="0" destOrd="0" presId="urn:microsoft.com/office/officeart/2017/3/layout/DropPinTimeline"/>
    <dgm:cxn modelId="{EE12C916-26CF-4DA3-87C4-C098EAE6B40A}" type="presParOf" srcId="{8AD0A738-4099-444D-9C50-AC41E7A82B34}" destId="{E9279F3B-DE13-4B34-909B-94840EBCB37E}" srcOrd="1" destOrd="0" presId="urn:microsoft.com/office/officeart/2017/3/layout/DropPinTimeline"/>
    <dgm:cxn modelId="{552DD956-7CF9-461D-9C8F-9D0CCF115648}" type="presParOf" srcId="{BA499E5F-2B09-46DA-9258-8C1E56C5144C}" destId="{EC9D0FC4-46BB-4B0B-BD32-F5121472305B}" srcOrd="2" destOrd="0" presId="urn:microsoft.com/office/officeart/2017/3/layout/DropPinTimeline"/>
    <dgm:cxn modelId="{E4F859A7-EA1C-43A0-8DED-D68A73439B60}" type="presParOf" srcId="{BA499E5F-2B09-46DA-9258-8C1E56C5144C}" destId="{664FFCC7-68D4-4761-A3CA-032752F215D6}" srcOrd="3" destOrd="0" presId="urn:microsoft.com/office/officeart/2017/3/layout/DropPinTimeline"/>
    <dgm:cxn modelId="{3901F5D3-19C5-44F0-BF6A-33EE588E76F9}" type="presParOf" srcId="{BA499E5F-2B09-46DA-9258-8C1E56C5144C}" destId="{1E65D0B9-9D1E-4F78-BD63-B5CC605EBEDD}" srcOrd="4" destOrd="0" presId="urn:microsoft.com/office/officeart/2017/3/layout/DropPinTimeline"/>
    <dgm:cxn modelId="{71D0838A-BFD6-43DF-AFE0-823985F7BC9F}" type="presParOf" srcId="{BA499E5F-2B09-46DA-9258-8C1E56C5144C}" destId="{9F65FDAE-A949-47B9-9B60-24F1DD44B96A}" srcOrd="5" destOrd="0" presId="urn:microsoft.com/office/officeart/2017/3/layout/DropPinTimeline"/>
    <dgm:cxn modelId="{15D5068E-F395-41D7-AE9E-CA12388EA1EA}" type="presParOf" srcId="{A3A61B83-FF5F-4EEE-B58E-6081C01E8318}" destId="{129B957A-B7FA-41BD-837F-3BB36D53E830}" srcOrd="1" destOrd="0" presId="urn:microsoft.com/office/officeart/2017/3/layout/DropPinTimeline"/>
    <dgm:cxn modelId="{0EE1AC80-D50F-4510-8B43-0DC515712650}" type="presParOf" srcId="{A3A61B83-FF5F-4EEE-B58E-6081C01E8318}" destId="{349E3F4B-D966-4605-B229-8D7A676D961D}" srcOrd="2" destOrd="0" presId="urn:microsoft.com/office/officeart/2017/3/layout/DropPinTimeline"/>
    <dgm:cxn modelId="{DC5C9AFA-3285-465E-8CE1-324F5CC6A7A8}" type="presParOf" srcId="{349E3F4B-D966-4605-B229-8D7A676D961D}" destId="{F810CE75-C9EC-42EB-8B51-68BD7F29DC5B}" srcOrd="0" destOrd="0" presId="urn:microsoft.com/office/officeart/2017/3/layout/DropPinTimeline"/>
    <dgm:cxn modelId="{071DAA2C-8D96-4C30-ACB1-52D93F95B484}" type="presParOf" srcId="{349E3F4B-D966-4605-B229-8D7A676D961D}" destId="{FC7D7C3D-125A-491C-9925-4A6BE70919F4}" srcOrd="1" destOrd="0" presId="urn:microsoft.com/office/officeart/2017/3/layout/DropPinTimeline"/>
    <dgm:cxn modelId="{F98C590F-903B-4D75-B0BF-A7144E48A93E}" type="presParOf" srcId="{FC7D7C3D-125A-491C-9925-4A6BE70919F4}" destId="{4CB8A622-AFCD-4AF1-BB86-B3D131ECCA34}" srcOrd="0" destOrd="0" presId="urn:microsoft.com/office/officeart/2017/3/layout/DropPinTimeline"/>
    <dgm:cxn modelId="{A67CF61F-2240-468C-9DC8-B2A6C7618B7D}" type="presParOf" srcId="{FC7D7C3D-125A-491C-9925-4A6BE70919F4}" destId="{233D199B-69BF-4064-ABEA-A8F846DFA90D}" srcOrd="1" destOrd="0" presId="urn:microsoft.com/office/officeart/2017/3/layout/DropPinTimeline"/>
    <dgm:cxn modelId="{3F0DC4DE-28B4-4BCF-85BD-EB7401F12A38}" type="presParOf" srcId="{349E3F4B-D966-4605-B229-8D7A676D961D}" destId="{96110603-6D1B-4D71-A139-E0CC0B390A58}" srcOrd="2" destOrd="0" presId="urn:microsoft.com/office/officeart/2017/3/layout/DropPinTimeline"/>
    <dgm:cxn modelId="{B2233C00-72BE-45BD-B714-985BEE774D35}" type="presParOf" srcId="{349E3F4B-D966-4605-B229-8D7A676D961D}" destId="{A7595A8C-B0A6-4B62-916E-0B6CCC3DC3F3}" srcOrd="3" destOrd="0" presId="urn:microsoft.com/office/officeart/2017/3/layout/DropPinTimeline"/>
    <dgm:cxn modelId="{B69D84E2-5348-4587-86A4-A80AF4B7C94B}" type="presParOf" srcId="{349E3F4B-D966-4605-B229-8D7A676D961D}" destId="{27132B69-B276-414B-AF79-A6EDD2F1ADD7}" srcOrd="4" destOrd="0" presId="urn:microsoft.com/office/officeart/2017/3/layout/DropPinTimeline"/>
    <dgm:cxn modelId="{3A7BAF12-8F2E-40A6-9A38-DA89B9D4092B}" type="presParOf" srcId="{349E3F4B-D966-4605-B229-8D7A676D961D}" destId="{FEFAFEA3-E852-4110-B89C-678D3991FA28}" srcOrd="5" destOrd="0" presId="urn:microsoft.com/office/officeart/2017/3/layout/DropPinTimeline"/>
    <dgm:cxn modelId="{E80F759E-A506-4AD9-A239-9887213A8C07}" type="presParOf" srcId="{A3A61B83-FF5F-4EEE-B58E-6081C01E8318}" destId="{0C14A2E5-C7E3-4166-A93E-8CFCAF08D2BB}" srcOrd="3" destOrd="0" presId="urn:microsoft.com/office/officeart/2017/3/layout/DropPinTimeline"/>
    <dgm:cxn modelId="{3B76C762-CDFF-421F-95D9-42FA35EBF5BC}" type="presParOf" srcId="{A3A61B83-FF5F-4EEE-B58E-6081C01E8318}" destId="{0CE0DFF2-756E-49F8-B7E3-CB06E10BD7B9}" srcOrd="4" destOrd="0" presId="urn:microsoft.com/office/officeart/2017/3/layout/DropPinTimeline"/>
    <dgm:cxn modelId="{9CC15B96-3933-4D88-8753-A7FD009222D1}" type="presParOf" srcId="{0CE0DFF2-756E-49F8-B7E3-CB06E10BD7B9}" destId="{9619DBBB-64AA-47FB-9DD8-DEB5F6B23FB1}" srcOrd="0" destOrd="0" presId="urn:microsoft.com/office/officeart/2017/3/layout/DropPinTimeline"/>
    <dgm:cxn modelId="{8DA77307-E8E4-4347-8E2D-2D8C14A0DF86}" type="presParOf" srcId="{0CE0DFF2-756E-49F8-B7E3-CB06E10BD7B9}" destId="{6127AD5C-CC9D-41C2-924D-0ED6363689E7}" srcOrd="1" destOrd="0" presId="urn:microsoft.com/office/officeart/2017/3/layout/DropPinTimeline"/>
    <dgm:cxn modelId="{F35FA129-8968-46B2-A499-4B49B5D7710E}" type="presParOf" srcId="{6127AD5C-CC9D-41C2-924D-0ED6363689E7}" destId="{051C3F04-800A-4A20-973D-78FE03BAE4AF}" srcOrd="0" destOrd="0" presId="urn:microsoft.com/office/officeart/2017/3/layout/DropPinTimeline"/>
    <dgm:cxn modelId="{F1A6D457-6DCE-4CD1-B2CA-C7B4CED96CE0}" type="presParOf" srcId="{6127AD5C-CC9D-41C2-924D-0ED6363689E7}" destId="{4D599C89-098E-467A-BE70-DCB05A22F50E}" srcOrd="1" destOrd="0" presId="urn:microsoft.com/office/officeart/2017/3/layout/DropPinTimeline"/>
    <dgm:cxn modelId="{2425B983-E2B3-4F49-8698-A1C99A5588C6}" type="presParOf" srcId="{0CE0DFF2-756E-49F8-B7E3-CB06E10BD7B9}" destId="{4A839298-078F-42BE-83A1-2D1AD843819A}" srcOrd="2" destOrd="0" presId="urn:microsoft.com/office/officeart/2017/3/layout/DropPinTimeline"/>
    <dgm:cxn modelId="{4A5D7868-1EEF-4D48-9B06-6FEC4B37CC1C}" type="presParOf" srcId="{0CE0DFF2-756E-49F8-B7E3-CB06E10BD7B9}" destId="{E9619FF4-819F-436D-B99A-482635614177}" srcOrd="3" destOrd="0" presId="urn:microsoft.com/office/officeart/2017/3/layout/DropPinTimeline"/>
    <dgm:cxn modelId="{49920896-D809-4FD7-B734-EE2D53BDE4E7}" type="presParOf" srcId="{0CE0DFF2-756E-49F8-B7E3-CB06E10BD7B9}" destId="{39F84859-7458-4B40-A7AD-FD450337EA5D}" srcOrd="4" destOrd="0" presId="urn:microsoft.com/office/officeart/2017/3/layout/DropPinTimeline"/>
    <dgm:cxn modelId="{96F51B61-048F-4B68-8CDB-CDDF413796FA}" type="presParOf" srcId="{0CE0DFF2-756E-49F8-B7E3-CB06E10BD7B9}" destId="{83DD1C02-BEC5-4314-AA80-311F6039DA00}" srcOrd="5" destOrd="0" presId="urn:microsoft.com/office/officeart/2017/3/layout/DropPinTimeline"/>
    <dgm:cxn modelId="{C67C334F-CF81-4D66-B803-26D64537E85A}" type="presParOf" srcId="{A3A61B83-FF5F-4EEE-B58E-6081C01E8318}" destId="{7BFDF748-0612-4750-AA0A-D3B8B928122B}" srcOrd="5" destOrd="0" presId="urn:microsoft.com/office/officeart/2017/3/layout/DropPinTimeline"/>
    <dgm:cxn modelId="{251CF796-0900-4047-9B95-37233018BC15}" type="presParOf" srcId="{A3A61B83-FF5F-4EEE-B58E-6081C01E8318}" destId="{B75FA5C4-7E5A-4120-9E33-93B445F5A4FE}" srcOrd="6" destOrd="0" presId="urn:microsoft.com/office/officeart/2017/3/layout/DropPinTimeline"/>
    <dgm:cxn modelId="{40ABF2F3-AAFB-4783-A8EB-4F04198BE140}" type="presParOf" srcId="{B75FA5C4-7E5A-4120-9E33-93B445F5A4FE}" destId="{FE8FA356-39D1-470A-A2FE-A76AA093B442}" srcOrd="0" destOrd="0" presId="urn:microsoft.com/office/officeart/2017/3/layout/DropPinTimeline"/>
    <dgm:cxn modelId="{9CA919D5-CA35-4F0D-9880-86377FE1E57C}" type="presParOf" srcId="{B75FA5C4-7E5A-4120-9E33-93B445F5A4FE}" destId="{DE07A6F0-D401-45EC-BF06-2C4E9A747803}" srcOrd="1" destOrd="0" presId="urn:microsoft.com/office/officeart/2017/3/layout/DropPinTimeline"/>
    <dgm:cxn modelId="{81B5A618-0D1B-49EC-ABF6-9F3DC0EE1915}" type="presParOf" srcId="{DE07A6F0-D401-45EC-BF06-2C4E9A747803}" destId="{7FFEA9D1-EA8D-4F57-B9D3-6FDA8DE1092F}" srcOrd="0" destOrd="0" presId="urn:microsoft.com/office/officeart/2017/3/layout/DropPinTimeline"/>
    <dgm:cxn modelId="{2C378532-3B7C-4D81-A88C-1152A20D9F53}" type="presParOf" srcId="{DE07A6F0-D401-45EC-BF06-2C4E9A747803}" destId="{C6E13A5B-7F96-4E64-BE37-F309446346CC}" srcOrd="1" destOrd="0" presId="urn:microsoft.com/office/officeart/2017/3/layout/DropPinTimeline"/>
    <dgm:cxn modelId="{F4613BE7-57B7-468F-85EE-11CF92A6EF74}" type="presParOf" srcId="{B75FA5C4-7E5A-4120-9E33-93B445F5A4FE}" destId="{F6AD730F-6187-4A0F-B6EC-217DFE29C19F}" srcOrd="2" destOrd="0" presId="urn:microsoft.com/office/officeart/2017/3/layout/DropPinTimeline"/>
    <dgm:cxn modelId="{BA792F08-968D-4F05-AF48-9B9F23345C5A}" type="presParOf" srcId="{B75FA5C4-7E5A-4120-9E33-93B445F5A4FE}" destId="{887E49AF-D273-4D3C-AC3C-8B8A912CB107}" srcOrd="3" destOrd="0" presId="urn:microsoft.com/office/officeart/2017/3/layout/DropPinTimeline"/>
    <dgm:cxn modelId="{55BA1A0E-797C-4412-9A29-7A9B073EEFF4}" type="presParOf" srcId="{B75FA5C4-7E5A-4120-9E33-93B445F5A4FE}" destId="{88B449F0-BAC3-42C7-A5A8-894360514EFE}" srcOrd="4" destOrd="0" presId="urn:microsoft.com/office/officeart/2017/3/layout/DropPinTimeline"/>
    <dgm:cxn modelId="{CDC8B69A-721D-42BA-A9B1-2F8DCBF20E4E}" type="presParOf" srcId="{B75FA5C4-7E5A-4120-9E33-93B445F5A4FE}" destId="{DDF81107-36E6-4415-B731-14C842DAA760}" srcOrd="5" destOrd="0" presId="urn:microsoft.com/office/officeart/2017/3/layout/DropPinTimeline"/>
    <dgm:cxn modelId="{DCB1F0C5-6EAF-4D44-AF5D-A970626E03ED}" type="presParOf" srcId="{A3A61B83-FF5F-4EEE-B58E-6081C01E8318}" destId="{D4074F23-70B6-4BF2-9048-1EDAB4BB7CB6}" srcOrd="7" destOrd="0" presId="urn:microsoft.com/office/officeart/2017/3/layout/DropPinTimeline"/>
    <dgm:cxn modelId="{BA667316-6216-4AFC-A0BE-5EF8264A58E1}" type="presParOf" srcId="{A3A61B83-FF5F-4EEE-B58E-6081C01E8318}" destId="{198970A7-8C70-4C4B-8B1C-5846A8C9E6A5}" srcOrd="8" destOrd="0" presId="urn:microsoft.com/office/officeart/2017/3/layout/DropPinTimeline"/>
    <dgm:cxn modelId="{4B305F3C-1BDE-49FB-BC88-2C3F45F3EE13}" type="presParOf" srcId="{198970A7-8C70-4C4B-8B1C-5846A8C9E6A5}" destId="{F573C547-BA30-4F83-B1D9-FD33D5F4BFF9}" srcOrd="0" destOrd="0" presId="urn:microsoft.com/office/officeart/2017/3/layout/DropPinTimeline"/>
    <dgm:cxn modelId="{016295C9-93FA-41EE-A49B-E4FACFC9759F}" type="presParOf" srcId="{198970A7-8C70-4C4B-8B1C-5846A8C9E6A5}" destId="{8B298126-D9A6-47F1-919C-223F41F4E3A9}" srcOrd="1" destOrd="0" presId="urn:microsoft.com/office/officeart/2017/3/layout/DropPinTimeline"/>
    <dgm:cxn modelId="{96AD5AAE-4922-4782-BFFC-5A37CA9DD649}" type="presParOf" srcId="{8B298126-D9A6-47F1-919C-223F41F4E3A9}" destId="{76D5CF4F-A591-4E4C-9ACB-EDDB72ACF2E8}" srcOrd="0" destOrd="0" presId="urn:microsoft.com/office/officeart/2017/3/layout/DropPinTimeline"/>
    <dgm:cxn modelId="{04FCCEDA-B3CD-43BC-95F5-7370FB0E4E27}" type="presParOf" srcId="{8B298126-D9A6-47F1-919C-223F41F4E3A9}" destId="{C2364D8E-ADDB-4A9B-A8E2-43031C8F249D}" srcOrd="1" destOrd="0" presId="urn:microsoft.com/office/officeart/2017/3/layout/DropPinTimeline"/>
    <dgm:cxn modelId="{FC7ED129-1CB7-4041-B4D7-1E543AE07C01}" type="presParOf" srcId="{198970A7-8C70-4C4B-8B1C-5846A8C9E6A5}" destId="{843ED609-E344-4A21-ACFF-8025C0285F34}" srcOrd="2" destOrd="0" presId="urn:microsoft.com/office/officeart/2017/3/layout/DropPinTimeline"/>
    <dgm:cxn modelId="{7567738D-FF54-4404-BDB7-C8A26F680B41}" type="presParOf" srcId="{198970A7-8C70-4C4B-8B1C-5846A8C9E6A5}" destId="{9371B7FE-ACB6-42D1-A3B3-03149BA65E27}" srcOrd="3" destOrd="0" presId="urn:microsoft.com/office/officeart/2017/3/layout/DropPinTimeline"/>
    <dgm:cxn modelId="{5CD6AC4E-5A56-444E-BC64-CEFDA108BE75}" type="presParOf" srcId="{198970A7-8C70-4C4B-8B1C-5846A8C9E6A5}" destId="{69B69400-8E80-4CBC-B284-DBA975749231}" srcOrd="4" destOrd="0" presId="urn:microsoft.com/office/officeart/2017/3/layout/DropPinTimeline"/>
    <dgm:cxn modelId="{FA2D9CB1-1674-4667-A9A4-A781A3A4E50D}" type="presParOf" srcId="{198970A7-8C70-4C4B-8B1C-5846A8C9E6A5}" destId="{6EF4B548-50C3-4F0D-B934-CC8C5CA04CF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F2EED14-64E9-4CF3-881D-89DA7C3C0FF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33E0F4-3B86-40CD-AB7E-E95BB88844F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Massive Data Exposure </a:t>
          </a:r>
          <a:endParaRPr lang="en-US">
            <a:latin typeface="Aptos"/>
          </a:endParaRPr>
        </a:p>
      </dgm:t>
    </dgm:pt>
    <dgm:pt modelId="{D8DA747F-F859-46CC-BF46-3405D15B9033}" type="parTrans" cxnId="{E9AA2815-E4BF-48D9-BCB7-F03013467784}">
      <dgm:prSet/>
      <dgm:spPr/>
      <dgm:t>
        <a:bodyPr/>
        <a:lstStyle/>
        <a:p>
          <a:endParaRPr lang="en-US"/>
        </a:p>
      </dgm:t>
    </dgm:pt>
    <dgm:pt modelId="{6A890F07-EB1C-45E5-9473-F1467FF5C3B1}" type="sibTrans" cxnId="{E9AA2815-E4BF-48D9-BCB7-F03013467784}">
      <dgm:prSet/>
      <dgm:spPr/>
      <dgm:t>
        <a:bodyPr/>
        <a:lstStyle/>
        <a:p>
          <a:endParaRPr lang="en-US"/>
        </a:p>
      </dgm:t>
    </dgm:pt>
    <dgm:pt modelId="{66255992-1754-4ED6-945F-B770BB5A00A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The personal data of 143 million U.S consumers, which was later corrected to 148million.</a:t>
          </a:r>
          <a:endParaRPr lang="en-US">
            <a:latin typeface="Aptos"/>
          </a:endParaRPr>
        </a:p>
      </dgm:t>
    </dgm:pt>
    <dgm:pt modelId="{D3947C77-BFF7-4BAF-86B2-41CE2C7D05D8}" type="parTrans" cxnId="{2957E8B6-8066-4569-89FA-C04EDBD3A2E0}">
      <dgm:prSet/>
      <dgm:spPr/>
      <dgm:t>
        <a:bodyPr/>
        <a:lstStyle/>
        <a:p>
          <a:endParaRPr lang="en-US"/>
        </a:p>
      </dgm:t>
    </dgm:pt>
    <dgm:pt modelId="{D956701E-52A3-45FF-BFF8-280EFF7133CB}" type="sibTrans" cxnId="{2957E8B6-8066-4569-89FA-C04EDBD3A2E0}">
      <dgm:prSet/>
      <dgm:spPr/>
      <dgm:t>
        <a:bodyPr/>
        <a:lstStyle/>
        <a:p>
          <a:endParaRPr lang="en-US"/>
        </a:p>
      </dgm:t>
    </dgm:pt>
    <dgm:pt modelId="{53F6738F-B325-476C-B2F1-737601C49E7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Exposed data included names, Social Security numbers, birthdates, addresses, and driver's license numbers. </a:t>
          </a:r>
          <a:endParaRPr lang="en-US">
            <a:latin typeface="Aptos"/>
          </a:endParaRPr>
        </a:p>
      </dgm:t>
    </dgm:pt>
    <dgm:pt modelId="{882BF71B-335F-4FE2-8732-9FD723562364}" type="parTrans" cxnId="{D822336F-C707-4A4C-8F92-4B72D50D1DA3}">
      <dgm:prSet/>
      <dgm:spPr/>
      <dgm:t>
        <a:bodyPr/>
        <a:lstStyle/>
        <a:p>
          <a:endParaRPr lang="en-US"/>
        </a:p>
      </dgm:t>
    </dgm:pt>
    <dgm:pt modelId="{5CB773B2-32E5-4750-8BC9-1768E0BF4753}" type="sibTrans" cxnId="{D822336F-C707-4A4C-8F92-4B72D50D1DA3}">
      <dgm:prSet/>
      <dgm:spPr/>
      <dgm:t>
        <a:bodyPr/>
        <a:lstStyle/>
        <a:p>
          <a:endParaRPr lang="en-US"/>
        </a:p>
      </dgm:t>
    </dgm:pt>
    <dgm:pt modelId="{850D9C9A-D263-432C-99FB-28A36B223FD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Credit card numbers for 209,000 customers and 182,000 dispute-related personal documents were accessed.</a:t>
          </a:r>
          <a:endParaRPr lang="en-US">
            <a:latin typeface="Aptos"/>
          </a:endParaRPr>
        </a:p>
      </dgm:t>
    </dgm:pt>
    <dgm:pt modelId="{3698376E-B66F-4AEA-BC51-D8E1151F043C}" type="parTrans" cxnId="{DB176C34-F54B-4210-873C-F8E66F374216}">
      <dgm:prSet/>
      <dgm:spPr/>
      <dgm:t>
        <a:bodyPr/>
        <a:lstStyle/>
        <a:p>
          <a:endParaRPr lang="en-US"/>
        </a:p>
      </dgm:t>
    </dgm:pt>
    <dgm:pt modelId="{09A1756C-7B43-4BA2-831D-2B89E89AA5E5}" type="sibTrans" cxnId="{DB176C34-F54B-4210-873C-F8E66F374216}">
      <dgm:prSet/>
      <dgm:spPr/>
      <dgm:t>
        <a:bodyPr/>
        <a:lstStyle/>
        <a:p>
          <a:endParaRPr lang="en-US"/>
        </a:p>
      </dgm:t>
    </dgm:pt>
    <dgm:pt modelId="{4B30D980-9387-467C-9B6F-E2F495EBA5E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2. Financial &amp; Settlement Costs</a:t>
          </a:r>
          <a:endParaRPr lang="en-US">
            <a:latin typeface="Aptos"/>
          </a:endParaRPr>
        </a:p>
      </dgm:t>
    </dgm:pt>
    <dgm:pt modelId="{B93E944A-1C92-4244-B5DC-72630B749F0C}" type="parTrans" cxnId="{A0F2B772-0505-4C8B-9E1A-4B752EA51C38}">
      <dgm:prSet/>
      <dgm:spPr/>
      <dgm:t>
        <a:bodyPr/>
        <a:lstStyle/>
        <a:p>
          <a:endParaRPr lang="en-US"/>
        </a:p>
      </dgm:t>
    </dgm:pt>
    <dgm:pt modelId="{8B7BB3BC-318A-4F93-8D4B-D3F92D3EB47A}" type="sibTrans" cxnId="{A0F2B772-0505-4C8B-9E1A-4B752EA51C38}">
      <dgm:prSet/>
      <dgm:spPr/>
      <dgm:t>
        <a:bodyPr/>
        <a:lstStyle/>
        <a:p>
          <a:endParaRPr lang="en-US"/>
        </a:p>
      </dgm:t>
    </dgm:pt>
    <dgm:pt modelId="{47FA6447-0558-40C8-8F01-15689D71247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Equifax agreed to a global settlement that included paying at $575 million and possibly up to $700 million. </a:t>
          </a:r>
          <a:endParaRPr lang="en-US">
            <a:latin typeface="Aptos"/>
          </a:endParaRPr>
        </a:p>
      </dgm:t>
    </dgm:pt>
    <dgm:pt modelId="{08805000-BA25-4CB7-9E39-7F7BF498F8D3}" type="parTrans" cxnId="{F9B052BD-7D9E-47A0-ACAF-C1768CDFC8E1}">
      <dgm:prSet/>
      <dgm:spPr/>
      <dgm:t>
        <a:bodyPr/>
        <a:lstStyle/>
        <a:p>
          <a:endParaRPr lang="en-US"/>
        </a:p>
      </dgm:t>
    </dgm:pt>
    <dgm:pt modelId="{E7226C6E-CD19-408E-810B-5313F9B81783}" type="sibTrans" cxnId="{F9B052BD-7D9E-47A0-ACAF-C1768CDFC8E1}">
      <dgm:prSet/>
      <dgm:spPr/>
      <dgm:t>
        <a:bodyPr/>
        <a:lstStyle/>
        <a:p>
          <a:endParaRPr lang="en-US"/>
        </a:p>
      </dgm:t>
    </dgm:pt>
    <dgm:pt modelId="{B9E7003E-79EE-4B87-92A3-152C2CA6789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Part of that was allocated for consumer relief, credit monitoring and identity restoration services.</a:t>
          </a:r>
          <a:endParaRPr lang="en-US">
            <a:latin typeface="Aptos"/>
          </a:endParaRPr>
        </a:p>
      </dgm:t>
    </dgm:pt>
    <dgm:pt modelId="{39584152-DE5A-49C5-A74E-F374C6AB55F9}" type="parTrans" cxnId="{AE4C95BF-8614-4330-8C31-BBBC19E8D34D}">
      <dgm:prSet/>
      <dgm:spPr/>
      <dgm:t>
        <a:bodyPr/>
        <a:lstStyle/>
        <a:p>
          <a:endParaRPr lang="en-US"/>
        </a:p>
      </dgm:t>
    </dgm:pt>
    <dgm:pt modelId="{EDE496FF-1C40-4994-8B9B-AAF5157E9362}" type="sibTrans" cxnId="{AE4C95BF-8614-4330-8C31-BBBC19E8D34D}">
      <dgm:prSet/>
      <dgm:spPr/>
      <dgm:t>
        <a:bodyPr/>
        <a:lstStyle/>
        <a:p>
          <a:endParaRPr lang="en-US"/>
        </a:p>
      </dgm:t>
    </dgm:pt>
    <dgm:pt modelId="{838774E9-EF6B-406C-A6DE-879C3E693FC6}" type="pres">
      <dgm:prSet presAssocID="{1F2EED14-64E9-4CF3-881D-89DA7C3C0FFF}" presName="root" presStyleCnt="0">
        <dgm:presLayoutVars>
          <dgm:dir/>
          <dgm:resizeHandles val="exact"/>
        </dgm:presLayoutVars>
      </dgm:prSet>
      <dgm:spPr/>
    </dgm:pt>
    <dgm:pt modelId="{1B4FB4B6-FFB4-44EF-BD2A-D1860AC3B098}" type="pres">
      <dgm:prSet presAssocID="{1B33E0F4-3B86-40CD-AB7E-E95BB88844F6}" presName="compNode" presStyleCnt="0"/>
      <dgm:spPr/>
    </dgm:pt>
    <dgm:pt modelId="{69DAC648-E0FD-4151-9BC0-4A4611F68604}" type="pres">
      <dgm:prSet presAssocID="{1B33E0F4-3B86-40CD-AB7E-E95BB88844F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5F5BEC-DD08-4E50-A0D2-2560B01B1B18}" type="pres">
      <dgm:prSet presAssocID="{1B33E0F4-3B86-40CD-AB7E-E95BB88844F6}" presName="spaceRect" presStyleCnt="0"/>
      <dgm:spPr/>
    </dgm:pt>
    <dgm:pt modelId="{135FB685-3221-4BFD-AFC1-446A31585259}" type="pres">
      <dgm:prSet presAssocID="{1B33E0F4-3B86-40CD-AB7E-E95BB88844F6}" presName="textRect" presStyleLbl="revTx" presStyleIdx="0" presStyleCnt="7">
        <dgm:presLayoutVars>
          <dgm:chMax val="1"/>
          <dgm:chPref val="1"/>
        </dgm:presLayoutVars>
      </dgm:prSet>
      <dgm:spPr/>
    </dgm:pt>
    <dgm:pt modelId="{E0062ED8-6CB2-4439-B507-9DDA70D5F35A}" type="pres">
      <dgm:prSet presAssocID="{6A890F07-EB1C-45E5-9473-F1467FF5C3B1}" presName="sibTrans" presStyleCnt="0"/>
      <dgm:spPr/>
    </dgm:pt>
    <dgm:pt modelId="{1A9A06F0-B9F7-40FB-BFE4-6F79044A79AB}" type="pres">
      <dgm:prSet presAssocID="{66255992-1754-4ED6-945F-B770BB5A00AC}" presName="compNode" presStyleCnt="0"/>
      <dgm:spPr/>
    </dgm:pt>
    <dgm:pt modelId="{E0C6CFA2-24E0-4ECF-AE07-42584F85E467}" type="pres">
      <dgm:prSet presAssocID="{66255992-1754-4ED6-945F-B770BB5A00A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47489318-6D4F-4A09-88E6-3816F7AF9D77}" type="pres">
      <dgm:prSet presAssocID="{66255992-1754-4ED6-945F-B770BB5A00AC}" presName="spaceRect" presStyleCnt="0"/>
      <dgm:spPr/>
    </dgm:pt>
    <dgm:pt modelId="{D639FA20-DB6E-41E6-B10E-102DFF7652EE}" type="pres">
      <dgm:prSet presAssocID="{66255992-1754-4ED6-945F-B770BB5A00AC}" presName="textRect" presStyleLbl="revTx" presStyleIdx="1" presStyleCnt="7">
        <dgm:presLayoutVars>
          <dgm:chMax val="1"/>
          <dgm:chPref val="1"/>
        </dgm:presLayoutVars>
      </dgm:prSet>
      <dgm:spPr/>
    </dgm:pt>
    <dgm:pt modelId="{3F0A917A-DDCB-4604-950D-807CF25F94A5}" type="pres">
      <dgm:prSet presAssocID="{D956701E-52A3-45FF-BFF8-280EFF7133CB}" presName="sibTrans" presStyleCnt="0"/>
      <dgm:spPr/>
    </dgm:pt>
    <dgm:pt modelId="{BA11172C-A625-4848-9C20-80159FCAC5E0}" type="pres">
      <dgm:prSet presAssocID="{53F6738F-B325-476C-B2F1-737601C49E71}" presName="compNode" presStyleCnt="0"/>
      <dgm:spPr/>
    </dgm:pt>
    <dgm:pt modelId="{DECFA5FA-7AA4-49EC-9239-491D3D706753}" type="pres">
      <dgm:prSet presAssocID="{53F6738F-B325-476C-B2F1-737601C49E7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E3F544D-AF08-4F26-A11C-883A73A20F05}" type="pres">
      <dgm:prSet presAssocID="{53F6738F-B325-476C-B2F1-737601C49E71}" presName="spaceRect" presStyleCnt="0"/>
      <dgm:spPr/>
    </dgm:pt>
    <dgm:pt modelId="{ADDB1FFD-201D-4A25-A1CE-89CC9521B141}" type="pres">
      <dgm:prSet presAssocID="{53F6738F-B325-476C-B2F1-737601C49E71}" presName="textRect" presStyleLbl="revTx" presStyleIdx="2" presStyleCnt="7">
        <dgm:presLayoutVars>
          <dgm:chMax val="1"/>
          <dgm:chPref val="1"/>
        </dgm:presLayoutVars>
      </dgm:prSet>
      <dgm:spPr/>
    </dgm:pt>
    <dgm:pt modelId="{4B862014-6D57-458E-B68E-96BFD189ABFF}" type="pres">
      <dgm:prSet presAssocID="{5CB773B2-32E5-4750-8BC9-1768E0BF4753}" presName="sibTrans" presStyleCnt="0"/>
      <dgm:spPr/>
    </dgm:pt>
    <dgm:pt modelId="{125A279C-9323-4208-9648-A2AB85B13BA0}" type="pres">
      <dgm:prSet presAssocID="{850D9C9A-D263-432C-99FB-28A36B223FD1}" presName="compNode" presStyleCnt="0"/>
      <dgm:spPr/>
    </dgm:pt>
    <dgm:pt modelId="{08B81C93-DACF-494F-A9F8-EE1B1035B9D8}" type="pres">
      <dgm:prSet presAssocID="{850D9C9A-D263-432C-99FB-28A36B223FD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317B31CE-14EA-4062-8845-5373BC3BC5AF}" type="pres">
      <dgm:prSet presAssocID="{850D9C9A-D263-432C-99FB-28A36B223FD1}" presName="spaceRect" presStyleCnt="0"/>
      <dgm:spPr/>
    </dgm:pt>
    <dgm:pt modelId="{23C05382-90E9-45A4-9FB1-D2BD9390426B}" type="pres">
      <dgm:prSet presAssocID="{850D9C9A-D263-432C-99FB-28A36B223FD1}" presName="textRect" presStyleLbl="revTx" presStyleIdx="3" presStyleCnt="7">
        <dgm:presLayoutVars>
          <dgm:chMax val="1"/>
          <dgm:chPref val="1"/>
        </dgm:presLayoutVars>
      </dgm:prSet>
      <dgm:spPr/>
    </dgm:pt>
    <dgm:pt modelId="{2E3508BA-D311-4B89-AF92-E4B2EE7D67B3}" type="pres">
      <dgm:prSet presAssocID="{09A1756C-7B43-4BA2-831D-2B89E89AA5E5}" presName="sibTrans" presStyleCnt="0"/>
      <dgm:spPr/>
    </dgm:pt>
    <dgm:pt modelId="{9742ED35-5D85-4622-AD96-69180E6EE6E3}" type="pres">
      <dgm:prSet presAssocID="{4B30D980-9387-467C-9B6F-E2F495EBA5E9}" presName="compNode" presStyleCnt="0"/>
      <dgm:spPr/>
    </dgm:pt>
    <dgm:pt modelId="{903FF6B3-D7CD-4B12-8C3A-21BC6D775087}" type="pres">
      <dgm:prSet presAssocID="{4B30D980-9387-467C-9B6F-E2F495EBA5E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749DEFB-21FA-4720-8AE9-BCD1E8FCCD19}" type="pres">
      <dgm:prSet presAssocID="{4B30D980-9387-467C-9B6F-E2F495EBA5E9}" presName="spaceRect" presStyleCnt="0"/>
      <dgm:spPr/>
    </dgm:pt>
    <dgm:pt modelId="{F6ED683D-1535-47CA-8C3D-62F6F34C9D68}" type="pres">
      <dgm:prSet presAssocID="{4B30D980-9387-467C-9B6F-E2F495EBA5E9}" presName="textRect" presStyleLbl="revTx" presStyleIdx="4" presStyleCnt="7">
        <dgm:presLayoutVars>
          <dgm:chMax val="1"/>
          <dgm:chPref val="1"/>
        </dgm:presLayoutVars>
      </dgm:prSet>
      <dgm:spPr/>
    </dgm:pt>
    <dgm:pt modelId="{F45653F5-D80C-421F-9A1A-46AF5630F395}" type="pres">
      <dgm:prSet presAssocID="{8B7BB3BC-318A-4F93-8D4B-D3F92D3EB47A}" presName="sibTrans" presStyleCnt="0"/>
      <dgm:spPr/>
    </dgm:pt>
    <dgm:pt modelId="{3DDA170D-FBD4-44CB-AFC6-40FBA537E0F6}" type="pres">
      <dgm:prSet presAssocID="{47FA6447-0558-40C8-8F01-15689D712470}" presName="compNode" presStyleCnt="0"/>
      <dgm:spPr/>
    </dgm:pt>
    <dgm:pt modelId="{2FEC504D-79CB-4C56-A098-2411C8F8C080}" type="pres">
      <dgm:prSet presAssocID="{47FA6447-0558-40C8-8F01-15689D71247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9433F38-E684-45FC-98AC-34290449E238}" type="pres">
      <dgm:prSet presAssocID="{47FA6447-0558-40C8-8F01-15689D712470}" presName="spaceRect" presStyleCnt="0"/>
      <dgm:spPr/>
    </dgm:pt>
    <dgm:pt modelId="{7E1EF037-9FE4-40D9-B7FE-4F2A695AF34C}" type="pres">
      <dgm:prSet presAssocID="{47FA6447-0558-40C8-8F01-15689D712470}" presName="textRect" presStyleLbl="revTx" presStyleIdx="5" presStyleCnt="7">
        <dgm:presLayoutVars>
          <dgm:chMax val="1"/>
          <dgm:chPref val="1"/>
        </dgm:presLayoutVars>
      </dgm:prSet>
      <dgm:spPr/>
    </dgm:pt>
    <dgm:pt modelId="{9AA72905-B100-43A6-9BDE-E6FB9439E5DE}" type="pres">
      <dgm:prSet presAssocID="{E7226C6E-CD19-408E-810B-5313F9B81783}" presName="sibTrans" presStyleCnt="0"/>
      <dgm:spPr/>
    </dgm:pt>
    <dgm:pt modelId="{D6F3D820-BE9C-461E-8C47-B2BB62847BBA}" type="pres">
      <dgm:prSet presAssocID="{B9E7003E-79EE-4B87-92A3-152C2CA6789C}" presName="compNode" presStyleCnt="0"/>
      <dgm:spPr/>
    </dgm:pt>
    <dgm:pt modelId="{F71F3461-2061-4A24-80BB-A369A21DF0D6}" type="pres">
      <dgm:prSet presAssocID="{B9E7003E-79EE-4B87-92A3-152C2CA6789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1CC918F-A904-4198-A91B-0A424B46BDC8}" type="pres">
      <dgm:prSet presAssocID="{B9E7003E-79EE-4B87-92A3-152C2CA6789C}" presName="spaceRect" presStyleCnt="0"/>
      <dgm:spPr/>
    </dgm:pt>
    <dgm:pt modelId="{6923B219-66CC-47ED-9182-4F782763AF27}" type="pres">
      <dgm:prSet presAssocID="{B9E7003E-79EE-4B87-92A3-152C2CA6789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309A60F-A48A-456C-BDC6-5FD60DCA52A4}" type="presOf" srcId="{850D9C9A-D263-432C-99FB-28A36B223FD1}" destId="{23C05382-90E9-45A4-9FB1-D2BD9390426B}" srcOrd="0" destOrd="0" presId="urn:microsoft.com/office/officeart/2018/2/layout/IconLabelList"/>
    <dgm:cxn modelId="{E9AA2815-E4BF-48D9-BCB7-F03013467784}" srcId="{1F2EED14-64E9-4CF3-881D-89DA7C3C0FFF}" destId="{1B33E0F4-3B86-40CD-AB7E-E95BB88844F6}" srcOrd="0" destOrd="0" parTransId="{D8DA747F-F859-46CC-BF46-3405D15B9033}" sibTransId="{6A890F07-EB1C-45E5-9473-F1467FF5C3B1}"/>
    <dgm:cxn modelId="{DB176C34-F54B-4210-873C-F8E66F374216}" srcId="{1F2EED14-64E9-4CF3-881D-89DA7C3C0FFF}" destId="{850D9C9A-D263-432C-99FB-28A36B223FD1}" srcOrd="3" destOrd="0" parTransId="{3698376E-B66F-4AEA-BC51-D8E1151F043C}" sibTransId="{09A1756C-7B43-4BA2-831D-2B89E89AA5E5}"/>
    <dgm:cxn modelId="{50577E35-9485-426F-B63D-5AB97C77B991}" type="presOf" srcId="{66255992-1754-4ED6-945F-B770BB5A00AC}" destId="{D639FA20-DB6E-41E6-B10E-102DFF7652EE}" srcOrd="0" destOrd="0" presId="urn:microsoft.com/office/officeart/2018/2/layout/IconLabelList"/>
    <dgm:cxn modelId="{1C8F213C-F86A-4489-B42D-C079B38375BA}" type="presOf" srcId="{1F2EED14-64E9-4CF3-881D-89DA7C3C0FFF}" destId="{838774E9-EF6B-406C-A6DE-879C3E693FC6}" srcOrd="0" destOrd="0" presId="urn:microsoft.com/office/officeart/2018/2/layout/IconLabelList"/>
    <dgm:cxn modelId="{D822336F-C707-4A4C-8F92-4B72D50D1DA3}" srcId="{1F2EED14-64E9-4CF3-881D-89DA7C3C0FFF}" destId="{53F6738F-B325-476C-B2F1-737601C49E71}" srcOrd="2" destOrd="0" parTransId="{882BF71B-335F-4FE2-8732-9FD723562364}" sibTransId="{5CB773B2-32E5-4750-8BC9-1768E0BF4753}"/>
    <dgm:cxn modelId="{A0F2B772-0505-4C8B-9E1A-4B752EA51C38}" srcId="{1F2EED14-64E9-4CF3-881D-89DA7C3C0FFF}" destId="{4B30D980-9387-467C-9B6F-E2F495EBA5E9}" srcOrd="4" destOrd="0" parTransId="{B93E944A-1C92-4244-B5DC-72630B749F0C}" sibTransId="{8B7BB3BC-318A-4F93-8D4B-D3F92D3EB47A}"/>
    <dgm:cxn modelId="{5172918B-64A4-4E3E-AD57-906935B638AF}" type="presOf" srcId="{53F6738F-B325-476C-B2F1-737601C49E71}" destId="{ADDB1FFD-201D-4A25-A1CE-89CC9521B141}" srcOrd="0" destOrd="0" presId="urn:microsoft.com/office/officeart/2018/2/layout/IconLabelList"/>
    <dgm:cxn modelId="{B2950795-D144-4409-A359-4809BA5F7C4E}" type="presOf" srcId="{1B33E0F4-3B86-40CD-AB7E-E95BB88844F6}" destId="{135FB685-3221-4BFD-AFC1-446A31585259}" srcOrd="0" destOrd="0" presId="urn:microsoft.com/office/officeart/2018/2/layout/IconLabelList"/>
    <dgm:cxn modelId="{7F53CC96-6917-4D7B-8D73-61CD7139A94C}" type="presOf" srcId="{B9E7003E-79EE-4B87-92A3-152C2CA6789C}" destId="{6923B219-66CC-47ED-9182-4F782763AF27}" srcOrd="0" destOrd="0" presId="urn:microsoft.com/office/officeart/2018/2/layout/IconLabelList"/>
    <dgm:cxn modelId="{2957E8B6-8066-4569-89FA-C04EDBD3A2E0}" srcId="{1F2EED14-64E9-4CF3-881D-89DA7C3C0FFF}" destId="{66255992-1754-4ED6-945F-B770BB5A00AC}" srcOrd="1" destOrd="0" parTransId="{D3947C77-BFF7-4BAF-86B2-41CE2C7D05D8}" sibTransId="{D956701E-52A3-45FF-BFF8-280EFF7133CB}"/>
    <dgm:cxn modelId="{F9B052BD-7D9E-47A0-ACAF-C1768CDFC8E1}" srcId="{1F2EED14-64E9-4CF3-881D-89DA7C3C0FFF}" destId="{47FA6447-0558-40C8-8F01-15689D712470}" srcOrd="5" destOrd="0" parTransId="{08805000-BA25-4CB7-9E39-7F7BF498F8D3}" sibTransId="{E7226C6E-CD19-408E-810B-5313F9B81783}"/>
    <dgm:cxn modelId="{AE4C95BF-8614-4330-8C31-BBBC19E8D34D}" srcId="{1F2EED14-64E9-4CF3-881D-89DA7C3C0FFF}" destId="{B9E7003E-79EE-4B87-92A3-152C2CA6789C}" srcOrd="6" destOrd="0" parTransId="{39584152-DE5A-49C5-A74E-F374C6AB55F9}" sibTransId="{EDE496FF-1C40-4994-8B9B-AAF5157E9362}"/>
    <dgm:cxn modelId="{22164FCF-56BC-4F10-96AF-71E18B435A12}" type="presOf" srcId="{47FA6447-0558-40C8-8F01-15689D712470}" destId="{7E1EF037-9FE4-40D9-B7FE-4F2A695AF34C}" srcOrd="0" destOrd="0" presId="urn:microsoft.com/office/officeart/2018/2/layout/IconLabelList"/>
    <dgm:cxn modelId="{49DD5CEC-D363-42A8-A4A4-4962C0313A98}" type="presOf" srcId="{4B30D980-9387-467C-9B6F-E2F495EBA5E9}" destId="{F6ED683D-1535-47CA-8C3D-62F6F34C9D68}" srcOrd="0" destOrd="0" presId="urn:microsoft.com/office/officeart/2018/2/layout/IconLabelList"/>
    <dgm:cxn modelId="{0B9AE7D3-5289-44A5-8203-8C5DE15BE62C}" type="presParOf" srcId="{838774E9-EF6B-406C-A6DE-879C3E693FC6}" destId="{1B4FB4B6-FFB4-44EF-BD2A-D1860AC3B098}" srcOrd="0" destOrd="0" presId="urn:microsoft.com/office/officeart/2018/2/layout/IconLabelList"/>
    <dgm:cxn modelId="{31494F64-5A9A-4BA7-A167-F27DEFF25B46}" type="presParOf" srcId="{1B4FB4B6-FFB4-44EF-BD2A-D1860AC3B098}" destId="{69DAC648-E0FD-4151-9BC0-4A4611F68604}" srcOrd="0" destOrd="0" presId="urn:microsoft.com/office/officeart/2018/2/layout/IconLabelList"/>
    <dgm:cxn modelId="{917B53C8-8E83-4F95-854C-FFF55667BE60}" type="presParOf" srcId="{1B4FB4B6-FFB4-44EF-BD2A-D1860AC3B098}" destId="{A55F5BEC-DD08-4E50-A0D2-2560B01B1B18}" srcOrd="1" destOrd="0" presId="urn:microsoft.com/office/officeart/2018/2/layout/IconLabelList"/>
    <dgm:cxn modelId="{E65246AB-019E-4721-84E6-6C7FC24A35F3}" type="presParOf" srcId="{1B4FB4B6-FFB4-44EF-BD2A-D1860AC3B098}" destId="{135FB685-3221-4BFD-AFC1-446A31585259}" srcOrd="2" destOrd="0" presId="urn:microsoft.com/office/officeart/2018/2/layout/IconLabelList"/>
    <dgm:cxn modelId="{57D03908-5851-43A7-9228-1424385DD295}" type="presParOf" srcId="{838774E9-EF6B-406C-A6DE-879C3E693FC6}" destId="{E0062ED8-6CB2-4439-B507-9DDA70D5F35A}" srcOrd="1" destOrd="0" presId="urn:microsoft.com/office/officeart/2018/2/layout/IconLabelList"/>
    <dgm:cxn modelId="{7D453FB3-CE44-4595-9C5A-8E1BEE0359C5}" type="presParOf" srcId="{838774E9-EF6B-406C-A6DE-879C3E693FC6}" destId="{1A9A06F0-B9F7-40FB-BFE4-6F79044A79AB}" srcOrd="2" destOrd="0" presId="urn:microsoft.com/office/officeart/2018/2/layout/IconLabelList"/>
    <dgm:cxn modelId="{C86B07C9-D899-44B3-8CBF-2EE2E43AA7AD}" type="presParOf" srcId="{1A9A06F0-B9F7-40FB-BFE4-6F79044A79AB}" destId="{E0C6CFA2-24E0-4ECF-AE07-42584F85E467}" srcOrd="0" destOrd="0" presId="urn:microsoft.com/office/officeart/2018/2/layout/IconLabelList"/>
    <dgm:cxn modelId="{61601C58-C7F2-44D5-92C4-3BD8FA650F35}" type="presParOf" srcId="{1A9A06F0-B9F7-40FB-BFE4-6F79044A79AB}" destId="{47489318-6D4F-4A09-88E6-3816F7AF9D77}" srcOrd="1" destOrd="0" presId="urn:microsoft.com/office/officeart/2018/2/layout/IconLabelList"/>
    <dgm:cxn modelId="{E4F5E14D-1F62-4A9D-A7FA-A6A23A3C34EC}" type="presParOf" srcId="{1A9A06F0-B9F7-40FB-BFE4-6F79044A79AB}" destId="{D639FA20-DB6E-41E6-B10E-102DFF7652EE}" srcOrd="2" destOrd="0" presId="urn:microsoft.com/office/officeart/2018/2/layout/IconLabelList"/>
    <dgm:cxn modelId="{C446E21F-2F67-4AC3-8896-01050A0A9DA6}" type="presParOf" srcId="{838774E9-EF6B-406C-A6DE-879C3E693FC6}" destId="{3F0A917A-DDCB-4604-950D-807CF25F94A5}" srcOrd="3" destOrd="0" presId="urn:microsoft.com/office/officeart/2018/2/layout/IconLabelList"/>
    <dgm:cxn modelId="{99ED8467-B9E1-4E87-B5D5-E12FCA489F1F}" type="presParOf" srcId="{838774E9-EF6B-406C-A6DE-879C3E693FC6}" destId="{BA11172C-A625-4848-9C20-80159FCAC5E0}" srcOrd="4" destOrd="0" presId="urn:microsoft.com/office/officeart/2018/2/layout/IconLabelList"/>
    <dgm:cxn modelId="{104FECF1-FD7F-4428-9F63-FD7E0CAE2B89}" type="presParOf" srcId="{BA11172C-A625-4848-9C20-80159FCAC5E0}" destId="{DECFA5FA-7AA4-49EC-9239-491D3D706753}" srcOrd="0" destOrd="0" presId="urn:microsoft.com/office/officeart/2018/2/layout/IconLabelList"/>
    <dgm:cxn modelId="{9866FDCF-EB20-4F19-B064-904B6FB971FE}" type="presParOf" srcId="{BA11172C-A625-4848-9C20-80159FCAC5E0}" destId="{4E3F544D-AF08-4F26-A11C-883A73A20F05}" srcOrd="1" destOrd="0" presId="urn:microsoft.com/office/officeart/2018/2/layout/IconLabelList"/>
    <dgm:cxn modelId="{F7D71079-0C9D-45AB-9622-377EA7178B78}" type="presParOf" srcId="{BA11172C-A625-4848-9C20-80159FCAC5E0}" destId="{ADDB1FFD-201D-4A25-A1CE-89CC9521B141}" srcOrd="2" destOrd="0" presId="urn:microsoft.com/office/officeart/2018/2/layout/IconLabelList"/>
    <dgm:cxn modelId="{36E2E9B2-08BB-4023-862B-D3D5DC3AD683}" type="presParOf" srcId="{838774E9-EF6B-406C-A6DE-879C3E693FC6}" destId="{4B862014-6D57-458E-B68E-96BFD189ABFF}" srcOrd="5" destOrd="0" presId="urn:microsoft.com/office/officeart/2018/2/layout/IconLabelList"/>
    <dgm:cxn modelId="{46CE9BFB-7A31-4F1D-8FCD-32816EBCDDC0}" type="presParOf" srcId="{838774E9-EF6B-406C-A6DE-879C3E693FC6}" destId="{125A279C-9323-4208-9648-A2AB85B13BA0}" srcOrd="6" destOrd="0" presId="urn:microsoft.com/office/officeart/2018/2/layout/IconLabelList"/>
    <dgm:cxn modelId="{7AE39E53-F1A3-49A8-9DB8-945A60BE8FA2}" type="presParOf" srcId="{125A279C-9323-4208-9648-A2AB85B13BA0}" destId="{08B81C93-DACF-494F-A9F8-EE1B1035B9D8}" srcOrd="0" destOrd="0" presId="urn:microsoft.com/office/officeart/2018/2/layout/IconLabelList"/>
    <dgm:cxn modelId="{459C46D5-2C0E-4B54-9592-84A7A9283EEA}" type="presParOf" srcId="{125A279C-9323-4208-9648-A2AB85B13BA0}" destId="{317B31CE-14EA-4062-8845-5373BC3BC5AF}" srcOrd="1" destOrd="0" presId="urn:microsoft.com/office/officeart/2018/2/layout/IconLabelList"/>
    <dgm:cxn modelId="{352CF667-2124-482A-9A27-D8E63A89DA6D}" type="presParOf" srcId="{125A279C-9323-4208-9648-A2AB85B13BA0}" destId="{23C05382-90E9-45A4-9FB1-D2BD9390426B}" srcOrd="2" destOrd="0" presId="urn:microsoft.com/office/officeart/2018/2/layout/IconLabelList"/>
    <dgm:cxn modelId="{065CCD3B-0D4F-42BC-871B-AF04FFF8FDCC}" type="presParOf" srcId="{838774E9-EF6B-406C-A6DE-879C3E693FC6}" destId="{2E3508BA-D311-4B89-AF92-E4B2EE7D67B3}" srcOrd="7" destOrd="0" presId="urn:microsoft.com/office/officeart/2018/2/layout/IconLabelList"/>
    <dgm:cxn modelId="{BA621A24-AE73-46CE-A35C-971FDF746F30}" type="presParOf" srcId="{838774E9-EF6B-406C-A6DE-879C3E693FC6}" destId="{9742ED35-5D85-4622-AD96-69180E6EE6E3}" srcOrd="8" destOrd="0" presId="urn:microsoft.com/office/officeart/2018/2/layout/IconLabelList"/>
    <dgm:cxn modelId="{A6621D49-770C-49DE-8C54-33C87C84A073}" type="presParOf" srcId="{9742ED35-5D85-4622-AD96-69180E6EE6E3}" destId="{903FF6B3-D7CD-4B12-8C3A-21BC6D775087}" srcOrd="0" destOrd="0" presId="urn:microsoft.com/office/officeart/2018/2/layout/IconLabelList"/>
    <dgm:cxn modelId="{F5AB253A-7EE0-4D46-B0FE-4764C62C0615}" type="presParOf" srcId="{9742ED35-5D85-4622-AD96-69180E6EE6E3}" destId="{E749DEFB-21FA-4720-8AE9-BCD1E8FCCD19}" srcOrd="1" destOrd="0" presId="urn:microsoft.com/office/officeart/2018/2/layout/IconLabelList"/>
    <dgm:cxn modelId="{2D91F41E-4166-4DA3-BF31-560C015FEC45}" type="presParOf" srcId="{9742ED35-5D85-4622-AD96-69180E6EE6E3}" destId="{F6ED683D-1535-47CA-8C3D-62F6F34C9D68}" srcOrd="2" destOrd="0" presId="urn:microsoft.com/office/officeart/2018/2/layout/IconLabelList"/>
    <dgm:cxn modelId="{0DED9BFF-8D62-4B92-AC16-B408FFBE47A8}" type="presParOf" srcId="{838774E9-EF6B-406C-A6DE-879C3E693FC6}" destId="{F45653F5-D80C-421F-9A1A-46AF5630F395}" srcOrd="9" destOrd="0" presId="urn:microsoft.com/office/officeart/2018/2/layout/IconLabelList"/>
    <dgm:cxn modelId="{60418042-E783-4F24-8ED7-EF958AE8D27E}" type="presParOf" srcId="{838774E9-EF6B-406C-A6DE-879C3E693FC6}" destId="{3DDA170D-FBD4-44CB-AFC6-40FBA537E0F6}" srcOrd="10" destOrd="0" presId="urn:microsoft.com/office/officeart/2018/2/layout/IconLabelList"/>
    <dgm:cxn modelId="{3EA0088B-CD0E-46E9-AF00-ACCD58F9ABC8}" type="presParOf" srcId="{3DDA170D-FBD4-44CB-AFC6-40FBA537E0F6}" destId="{2FEC504D-79CB-4C56-A098-2411C8F8C080}" srcOrd="0" destOrd="0" presId="urn:microsoft.com/office/officeart/2018/2/layout/IconLabelList"/>
    <dgm:cxn modelId="{A2C5ACFB-F25F-4B4E-B2DE-2F2AABB976B1}" type="presParOf" srcId="{3DDA170D-FBD4-44CB-AFC6-40FBA537E0F6}" destId="{99433F38-E684-45FC-98AC-34290449E238}" srcOrd="1" destOrd="0" presId="urn:microsoft.com/office/officeart/2018/2/layout/IconLabelList"/>
    <dgm:cxn modelId="{28CEC6B3-8B32-43EB-82C8-D9CA59EE370B}" type="presParOf" srcId="{3DDA170D-FBD4-44CB-AFC6-40FBA537E0F6}" destId="{7E1EF037-9FE4-40D9-B7FE-4F2A695AF34C}" srcOrd="2" destOrd="0" presId="urn:microsoft.com/office/officeart/2018/2/layout/IconLabelList"/>
    <dgm:cxn modelId="{42DA77A9-E0EE-4583-9285-41BCF767F34B}" type="presParOf" srcId="{838774E9-EF6B-406C-A6DE-879C3E693FC6}" destId="{9AA72905-B100-43A6-9BDE-E6FB9439E5DE}" srcOrd="11" destOrd="0" presId="urn:microsoft.com/office/officeart/2018/2/layout/IconLabelList"/>
    <dgm:cxn modelId="{B47F592C-E4CE-44C5-8D71-418EF1184720}" type="presParOf" srcId="{838774E9-EF6B-406C-A6DE-879C3E693FC6}" destId="{D6F3D820-BE9C-461E-8C47-B2BB62847BBA}" srcOrd="12" destOrd="0" presId="urn:microsoft.com/office/officeart/2018/2/layout/IconLabelList"/>
    <dgm:cxn modelId="{F7ADF9EC-40A2-4255-81E1-3697D9F4DB69}" type="presParOf" srcId="{D6F3D820-BE9C-461E-8C47-B2BB62847BBA}" destId="{F71F3461-2061-4A24-80BB-A369A21DF0D6}" srcOrd="0" destOrd="0" presId="urn:microsoft.com/office/officeart/2018/2/layout/IconLabelList"/>
    <dgm:cxn modelId="{BD12618E-C730-46C3-A4CA-7703ACD810D4}" type="presParOf" srcId="{D6F3D820-BE9C-461E-8C47-B2BB62847BBA}" destId="{B1CC918F-A904-4198-A91B-0A424B46BDC8}" srcOrd="1" destOrd="0" presId="urn:microsoft.com/office/officeart/2018/2/layout/IconLabelList"/>
    <dgm:cxn modelId="{61391D02-092C-4705-B77D-6CA7D7C78672}" type="presParOf" srcId="{D6F3D820-BE9C-461E-8C47-B2BB62847BBA}" destId="{6923B219-66CC-47ED-9182-4F782763AF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E11B96-448C-406C-ACA1-2B4FEC8F10C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93636A6A-D114-44AB-9692-00344DC424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0" i="0">
              <a:latin typeface="Aptos"/>
            </a:rPr>
            <a:t> Legal and Regulatory Liability/ Lawsuits </a:t>
          </a:r>
          <a:endParaRPr lang="en-US">
            <a:latin typeface="Aptos"/>
          </a:endParaRPr>
        </a:p>
      </dgm:t>
    </dgm:pt>
    <dgm:pt modelId="{0F727407-C653-4190-A631-A1726A3EFBD5}" type="parTrans" cxnId="{5B000229-8556-46F3-A8A0-F2382BB3925D}">
      <dgm:prSet/>
      <dgm:spPr/>
      <dgm:t>
        <a:bodyPr/>
        <a:lstStyle/>
        <a:p>
          <a:endParaRPr lang="en-US"/>
        </a:p>
      </dgm:t>
    </dgm:pt>
    <dgm:pt modelId="{D3447165-84A6-4DDE-B6E0-7062955F7EFD}" type="sibTrans" cxnId="{5B000229-8556-46F3-A8A0-F2382BB3925D}">
      <dgm:prSet/>
      <dgm:spPr/>
      <dgm:t>
        <a:bodyPr/>
        <a:lstStyle/>
        <a:p>
          <a:endParaRPr lang="en-US"/>
        </a:p>
      </dgm:t>
    </dgm:pt>
    <dgm:pt modelId="{0BFEDD4A-F0E0-4B94-BDEB-B698FF43978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Numerous class-action suits and regulatory investigations ensued. </a:t>
          </a:r>
          <a:endParaRPr lang="en-US">
            <a:latin typeface="Aptos"/>
          </a:endParaRPr>
        </a:p>
      </dgm:t>
    </dgm:pt>
    <dgm:pt modelId="{4E7CB756-B60C-4E2A-A2A9-1B355AAA1669}" type="parTrans" cxnId="{7526A315-72F4-4A5F-A6B1-3F8D3BFBE8E0}">
      <dgm:prSet/>
      <dgm:spPr/>
      <dgm:t>
        <a:bodyPr/>
        <a:lstStyle/>
        <a:p>
          <a:endParaRPr lang="en-US"/>
        </a:p>
      </dgm:t>
    </dgm:pt>
    <dgm:pt modelId="{738B3E1A-2D5C-452C-B575-6D9DADF47C2F}" type="sibTrans" cxnId="{7526A315-72F4-4A5F-A6B1-3F8D3BFBE8E0}">
      <dgm:prSet/>
      <dgm:spPr/>
      <dgm:t>
        <a:bodyPr/>
        <a:lstStyle/>
        <a:p>
          <a:endParaRPr lang="en-US"/>
        </a:p>
      </dgm:t>
    </dgm:pt>
    <dgm:pt modelId="{266DDF8B-1E06-4E5D-80E8-D99246AAA44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The U.S House Oversight Committee produced a detailed report finding systemic failures in security oversight.</a:t>
          </a:r>
          <a:endParaRPr lang="en-US">
            <a:latin typeface="Aptos"/>
          </a:endParaRPr>
        </a:p>
      </dgm:t>
    </dgm:pt>
    <dgm:pt modelId="{5A56F166-D765-4024-A976-36CCA9D8A720}" type="parTrans" cxnId="{7133AF9D-CF8F-401C-BC82-511553569A6B}">
      <dgm:prSet/>
      <dgm:spPr/>
      <dgm:t>
        <a:bodyPr/>
        <a:lstStyle/>
        <a:p>
          <a:endParaRPr lang="en-US"/>
        </a:p>
      </dgm:t>
    </dgm:pt>
    <dgm:pt modelId="{6835AC85-D18F-4EAA-8693-A261768FA323}" type="sibTrans" cxnId="{7133AF9D-CF8F-401C-BC82-511553569A6B}">
      <dgm:prSet/>
      <dgm:spPr/>
      <dgm:t>
        <a:bodyPr/>
        <a:lstStyle/>
        <a:p>
          <a:endParaRPr lang="en-US"/>
        </a:p>
      </dgm:t>
    </dgm:pt>
    <dgm:pt modelId="{FCCB128C-4B99-4D47-A92B-99991EE282F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Regulatory penalties and requirements for stronger data protection and reporting were imposed </a:t>
          </a:r>
          <a:endParaRPr lang="en-US">
            <a:latin typeface="Aptos"/>
          </a:endParaRPr>
        </a:p>
      </dgm:t>
    </dgm:pt>
    <dgm:pt modelId="{A86D81FE-DB51-4EBF-A6F1-9E8D5834F776}" type="parTrans" cxnId="{1283DE9B-031C-4A62-ADF4-E685E2C72DF1}">
      <dgm:prSet/>
      <dgm:spPr/>
      <dgm:t>
        <a:bodyPr/>
        <a:lstStyle/>
        <a:p>
          <a:endParaRPr lang="en-US"/>
        </a:p>
      </dgm:t>
    </dgm:pt>
    <dgm:pt modelId="{305AEDE6-162E-49D4-8BC4-1E7C4EF24E41}" type="sibTrans" cxnId="{1283DE9B-031C-4A62-ADF4-E685E2C72DF1}">
      <dgm:prSet/>
      <dgm:spPr/>
      <dgm:t>
        <a:bodyPr/>
        <a:lstStyle/>
        <a:p>
          <a:endParaRPr lang="en-US"/>
        </a:p>
      </dgm:t>
    </dgm:pt>
    <dgm:pt modelId="{9DC03605-B397-434E-90B5-EA4027828A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0" i="0">
              <a:latin typeface="Aptos"/>
            </a:rPr>
            <a:t>Reputational Damage &amp; Loss of Trust </a:t>
          </a:r>
          <a:endParaRPr lang="en-US">
            <a:latin typeface="Aptos"/>
          </a:endParaRPr>
        </a:p>
      </dgm:t>
    </dgm:pt>
    <dgm:pt modelId="{B6860380-1002-4CEC-80C1-4CD17AD65BEA}" type="parTrans" cxnId="{C8E59BD2-6B0F-4DB7-8064-420BCE17023F}">
      <dgm:prSet/>
      <dgm:spPr/>
      <dgm:t>
        <a:bodyPr/>
        <a:lstStyle/>
        <a:p>
          <a:endParaRPr lang="en-US"/>
        </a:p>
      </dgm:t>
    </dgm:pt>
    <dgm:pt modelId="{99E4C316-6CDC-4C54-A56A-02BADCCE9327}" type="sibTrans" cxnId="{C8E59BD2-6B0F-4DB7-8064-420BCE17023F}">
      <dgm:prSet/>
      <dgm:spPr/>
      <dgm:t>
        <a:bodyPr/>
        <a:lstStyle/>
        <a:p>
          <a:endParaRPr lang="en-US"/>
        </a:p>
      </dgm:t>
    </dgm:pt>
    <dgm:pt modelId="{8672BDBD-FD4F-4AAF-9E10-8B535808309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Equifax’s credibility was severely undermined (customers, governments, and media criticised internal practices)</a:t>
          </a:r>
          <a:endParaRPr lang="en-US">
            <a:latin typeface="Aptos"/>
          </a:endParaRPr>
        </a:p>
      </dgm:t>
    </dgm:pt>
    <dgm:pt modelId="{0E17C06E-7D13-4B14-9928-F9BEC192BE72}" type="parTrans" cxnId="{9DFA0BF5-365A-47C3-98AE-917AF70997ED}">
      <dgm:prSet/>
      <dgm:spPr/>
      <dgm:t>
        <a:bodyPr/>
        <a:lstStyle/>
        <a:p>
          <a:endParaRPr lang="en-US"/>
        </a:p>
      </dgm:t>
    </dgm:pt>
    <dgm:pt modelId="{8B0791A2-A98F-452A-8241-04E5188C94E0}" type="sibTrans" cxnId="{9DFA0BF5-365A-47C3-98AE-917AF70997ED}">
      <dgm:prSet/>
      <dgm:spPr/>
      <dgm:t>
        <a:bodyPr/>
        <a:lstStyle/>
        <a:p>
          <a:endParaRPr lang="en-US"/>
        </a:p>
      </dgm:t>
    </dgm:pt>
    <dgm:pt modelId="{FC81743C-ADB0-4E43-8D4D-77F2069434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>
              <a:latin typeface="Aptos"/>
            </a:rPr>
            <a:t>The stock value dropped drastically following public disclosure.</a:t>
          </a:r>
          <a:endParaRPr lang="en-US">
            <a:latin typeface="Aptos"/>
          </a:endParaRPr>
        </a:p>
      </dgm:t>
    </dgm:pt>
    <dgm:pt modelId="{94F5FF13-E3BA-4313-A74B-C3853BB745C4}" type="parTrans" cxnId="{8650525A-51CD-4AE5-946F-143CB48DF0A7}">
      <dgm:prSet/>
      <dgm:spPr/>
      <dgm:t>
        <a:bodyPr/>
        <a:lstStyle/>
        <a:p>
          <a:endParaRPr lang="en-US"/>
        </a:p>
      </dgm:t>
    </dgm:pt>
    <dgm:pt modelId="{0F3B5080-E93E-44B0-AD42-86C6A4607137}" type="sibTrans" cxnId="{8650525A-51CD-4AE5-946F-143CB48DF0A7}">
      <dgm:prSet/>
      <dgm:spPr/>
      <dgm:t>
        <a:bodyPr/>
        <a:lstStyle/>
        <a:p>
          <a:endParaRPr lang="en-US"/>
        </a:p>
      </dgm:t>
    </dgm:pt>
    <dgm:pt modelId="{DF0C8051-9F78-4255-9944-C5D3CD26C2C3}" type="pres">
      <dgm:prSet presAssocID="{11E11B96-448C-406C-ACA1-2B4FEC8F10C3}" presName="root" presStyleCnt="0">
        <dgm:presLayoutVars>
          <dgm:dir/>
          <dgm:resizeHandles val="exact"/>
        </dgm:presLayoutVars>
      </dgm:prSet>
      <dgm:spPr/>
    </dgm:pt>
    <dgm:pt modelId="{E4A6E1B8-DB9E-4165-873F-15D2786AA8DD}" type="pres">
      <dgm:prSet presAssocID="{93636A6A-D114-44AB-9692-00344DC424D4}" presName="compNode" presStyleCnt="0"/>
      <dgm:spPr/>
    </dgm:pt>
    <dgm:pt modelId="{925A0525-2311-4880-82A8-FCF0142A1E4B}" type="pres">
      <dgm:prSet presAssocID="{93636A6A-D114-44AB-9692-00344DC424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0DD0F498-2189-44A2-89EA-7E71F04B92E6}" type="pres">
      <dgm:prSet presAssocID="{93636A6A-D114-44AB-9692-00344DC424D4}" presName="iconSpace" presStyleCnt="0"/>
      <dgm:spPr/>
    </dgm:pt>
    <dgm:pt modelId="{C0BF80F7-3366-4C31-8FF1-89299DC5A3AA}" type="pres">
      <dgm:prSet presAssocID="{93636A6A-D114-44AB-9692-00344DC424D4}" presName="parTx" presStyleLbl="revTx" presStyleIdx="0" presStyleCnt="4">
        <dgm:presLayoutVars>
          <dgm:chMax val="0"/>
          <dgm:chPref val="0"/>
        </dgm:presLayoutVars>
      </dgm:prSet>
      <dgm:spPr/>
    </dgm:pt>
    <dgm:pt modelId="{E7F756F7-DA7A-4CCD-9AA4-D47FE8B92821}" type="pres">
      <dgm:prSet presAssocID="{93636A6A-D114-44AB-9692-00344DC424D4}" presName="txSpace" presStyleCnt="0"/>
      <dgm:spPr/>
    </dgm:pt>
    <dgm:pt modelId="{332F7CC6-348F-47DE-82DA-218E3617A751}" type="pres">
      <dgm:prSet presAssocID="{93636A6A-D114-44AB-9692-00344DC424D4}" presName="desTx" presStyleLbl="revTx" presStyleIdx="1" presStyleCnt="4">
        <dgm:presLayoutVars/>
      </dgm:prSet>
      <dgm:spPr/>
    </dgm:pt>
    <dgm:pt modelId="{0E1C19A9-20F8-4E80-A8D9-195AC035B05A}" type="pres">
      <dgm:prSet presAssocID="{D3447165-84A6-4DDE-B6E0-7062955F7EFD}" presName="sibTrans" presStyleCnt="0"/>
      <dgm:spPr/>
    </dgm:pt>
    <dgm:pt modelId="{E4BF966B-63D0-46B7-AAEA-CA10D9A4C468}" type="pres">
      <dgm:prSet presAssocID="{9DC03605-B397-434E-90B5-EA4027828A5C}" presName="compNode" presStyleCnt="0"/>
      <dgm:spPr/>
    </dgm:pt>
    <dgm:pt modelId="{B0549B8D-D4E8-4449-8161-AE6493EFA973}" type="pres">
      <dgm:prSet presAssocID="{9DC03605-B397-434E-90B5-EA4027828A5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5CA6E7E8-3591-4B63-8202-1274B7E49959}" type="pres">
      <dgm:prSet presAssocID="{9DC03605-B397-434E-90B5-EA4027828A5C}" presName="iconSpace" presStyleCnt="0"/>
      <dgm:spPr/>
    </dgm:pt>
    <dgm:pt modelId="{41F89109-B70D-4A8D-9871-28D1787DE78C}" type="pres">
      <dgm:prSet presAssocID="{9DC03605-B397-434E-90B5-EA4027828A5C}" presName="parTx" presStyleLbl="revTx" presStyleIdx="2" presStyleCnt="4">
        <dgm:presLayoutVars>
          <dgm:chMax val="0"/>
          <dgm:chPref val="0"/>
        </dgm:presLayoutVars>
      </dgm:prSet>
      <dgm:spPr/>
    </dgm:pt>
    <dgm:pt modelId="{55A0FADF-67E7-48B1-8F10-85878D85B204}" type="pres">
      <dgm:prSet presAssocID="{9DC03605-B397-434E-90B5-EA4027828A5C}" presName="txSpace" presStyleCnt="0"/>
      <dgm:spPr/>
    </dgm:pt>
    <dgm:pt modelId="{3496C402-8814-49F3-B50D-022F30DBC7C9}" type="pres">
      <dgm:prSet presAssocID="{9DC03605-B397-434E-90B5-EA4027828A5C}" presName="desTx" presStyleLbl="revTx" presStyleIdx="3" presStyleCnt="4">
        <dgm:presLayoutVars/>
      </dgm:prSet>
      <dgm:spPr/>
    </dgm:pt>
  </dgm:ptLst>
  <dgm:cxnLst>
    <dgm:cxn modelId="{7526A315-72F4-4A5F-A6B1-3F8D3BFBE8E0}" srcId="{93636A6A-D114-44AB-9692-00344DC424D4}" destId="{0BFEDD4A-F0E0-4B94-BDEB-B698FF43978D}" srcOrd="0" destOrd="0" parTransId="{4E7CB756-B60C-4E2A-A2A9-1B355AAA1669}" sibTransId="{738B3E1A-2D5C-452C-B575-6D9DADF47C2F}"/>
    <dgm:cxn modelId="{5B000229-8556-46F3-A8A0-F2382BB3925D}" srcId="{11E11B96-448C-406C-ACA1-2B4FEC8F10C3}" destId="{93636A6A-D114-44AB-9692-00344DC424D4}" srcOrd="0" destOrd="0" parTransId="{0F727407-C653-4190-A631-A1726A3EFBD5}" sibTransId="{D3447165-84A6-4DDE-B6E0-7062955F7EFD}"/>
    <dgm:cxn modelId="{43D3282C-42D9-4969-8E0E-39B1BA09AC11}" type="presOf" srcId="{0BFEDD4A-F0E0-4B94-BDEB-B698FF43978D}" destId="{332F7CC6-348F-47DE-82DA-218E3617A751}" srcOrd="0" destOrd="0" presId="urn:microsoft.com/office/officeart/2018/5/layout/CenteredIconLabelDescriptionList"/>
    <dgm:cxn modelId="{89F78D33-7DFC-4B19-B6B8-B70AE02A7CBB}" type="presOf" srcId="{8672BDBD-FD4F-4AAF-9E10-8B5358083098}" destId="{3496C402-8814-49F3-B50D-022F30DBC7C9}" srcOrd="0" destOrd="0" presId="urn:microsoft.com/office/officeart/2018/5/layout/CenteredIconLabelDescriptionList"/>
    <dgm:cxn modelId="{EF17F861-2772-46EE-8E00-ED21A47FE71D}" type="presOf" srcId="{11E11B96-448C-406C-ACA1-2B4FEC8F10C3}" destId="{DF0C8051-9F78-4255-9944-C5D3CD26C2C3}" srcOrd="0" destOrd="0" presId="urn:microsoft.com/office/officeart/2018/5/layout/CenteredIconLabelDescriptionList"/>
    <dgm:cxn modelId="{E6989466-2DBA-4C90-9E8D-4212646D5728}" type="presOf" srcId="{266DDF8B-1E06-4E5D-80E8-D99246AAA44D}" destId="{332F7CC6-348F-47DE-82DA-218E3617A751}" srcOrd="0" destOrd="1" presId="urn:microsoft.com/office/officeart/2018/5/layout/CenteredIconLabelDescriptionList"/>
    <dgm:cxn modelId="{882C124A-E669-4819-8C28-76D509D6687E}" type="presOf" srcId="{93636A6A-D114-44AB-9692-00344DC424D4}" destId="{C0BF80F7-3366-4C31-8FF1-89299DC5A3AA}" srcOrd="0" destOrd="0" presId="urn:microsoft.com/office/officeart/2018/5/layout/CenteredIconLabelDescriptionList"/>
    <dgm:cxn modelId="{A2CD4455-D0D0-45A3-9909-07801F34BF00}" type="presOf" srcId="{FCCB128C-4B99-4D47-A92B-99991EE282F7}" destId="{332F7CC6-348F-47DE-82DA-218E3617A751}" srcOrd="0" destOrd="2" presId="urn:microsoft.com/office/officeart/2018/5/layout/CenteredIconLabelDescriptionList"/>
    <dgm:cxn modelId="{8650525A-51CD-4AE5-946F-143CB48DF0A7}" srcId="{9DC03605-B397-434E-90B5-EA4027828A5C}" destId="{FC81743C-ADB0-4E43-8D4D-77F20694346A}" srcOrd="1" destOrd="0" parTransId="{94F5FF13-E3BA-4313-A74B-C3853BB745C4}" sibTransId="{0F3B5080-E93E-44B0-AD42-86C6A4607137}"/>
    <dgm:cxn modelId="{1283DE9B-031C-4A62-ADF4-E685E2C72DF1}" srcId="{93636A6A-D114-44AB-9692-00344DC424D4}" destId="{FCCB128C-4B99-4D47-A92B-99991EE282F7}" srcOrd="2" destOrd="0" parTransId="{A86D81FE-DB51-4EBF-A6F1-9E8D5834F776}" sibTransId="{305AEDE6-162E-49D4-8BC4-1E7C4EF24E41}"/>
    <dgm:cxn modelId="{7133AF9D-CF8F-401C-BC82-511553569A6B}" srcId="{93636A6A-D114-44AB-9692-00344DC424D4}" destId="{266DDF8B-1E06-4E5D-80E8-D99246AAA44D}" srcOrd="1" destOrd="0" parTransId="{5A56F166-D765-4024-A976-36CCA9D8A720}" sibTransId="{6835AC85-D18F-4EAA-8693-A261768FA323}"/>
    <dgm:cxn modelId="{C5F035AE-BF24-4354-B7B8-1364D6FDA2D1}" type="presOf" srcId="{FC81743C-ADB0-4E43-8D4D-77F20694346A}" destId="{3496C402-8814-49F3-B50D-022F30DBC7C9}" srcOrd="0" destOrd="1" presId="urn:microsoft.com/office/officeart/2018/5/layout/CenteredIconLabelDescriptionList"/>
    <dgm:cxn modelId="{106F73B6-3F3F-4FDB-97F7-E0FD03C46197}" type="presOf" srcId="{9DC03605-B397-434E-90B5-EA4027828A5C}" destId="{41F89109-B70D-4A8D-9871-28D1787DE78C}" srcOrd="0" destOrd="0" presId="urn:microsoft.com/office/officeart/2018/5/layout/CenteredIconLabelDescriptionList"/>
    <dgm:cxn modelId="{C8E59BD2-6B0F-4DB7-8064-420BCE17023F}" srcId="{11E11B96-448C-406C-ACA1-2B4FEC8F10C3}" destId="{9DC03605-B397-434E-90B5-EA4027828A5C}" srcOrd="1" destOrd="0" parTransId="{B6860380-1002-4CEC-80C1-4CD17AD65BEA}" sibTransId="{99E4C316-6CDC-4C54-A56A-02BADCCE9327}"/>
    <dgm:cxn modelId="{9DFA0BF5-365A-47C3-98AE-917AF70997ED}" srcId="{9DC03605-B397-434E-90B5-EA4027828A5C}" destId="{8672BDBD-FD4F-4AAF-9E10-8B5358083098}" srcOrd="0" destOrd="0" parTransId="{0E17C06E-7D13-4B14-9928-F9BEC192BE72}" sibTransId="{8B0791A2-A98F-452A-8241-04E5188C94E0}"/>
    <dgm:cxn modelId="{4D09FB4B-B8FB-4DD1-98AF-C6D5A8E1A40D}" type="presParOf" srcId="{DF0C8051-9F78-4255-9944-C5D3CD26C2C3}" destId="{E4A6E1B8-DB9E-4165-873F-15D2786AA8DD}" srcOrd="0" destOrd="0" presId="urn:microsoft.com/office/officeart/2018/5/layout/CenteredIconLabelDescriptionList"/>
    <dgm:cxn modelId="{F7FE2548-548F-4120-BDF0-0850E92F75FC}" type="presParOf" srcId="{E4A6E1B8-DB9E-4165-873F-15D2786AA8DD}" destId="{925A0525-2311-4880-82A8-FCF0142A1E4B}" srcOrd="0" destOrd="0" presId="urn:microsoft.com/office/officeart/2018/5/layout/CenteredIconLabelDescriptionList"/>
    <dgm:cxn modelId="{B2447E7F-FC8C-466B-9B3E-F60B103BDAEE}" type="presParOf" srcId="{E4A6E1B8-DB9E-4165-873F-15D2786AA8DD}" destId="{0DD0F498-2189-44A2-89EA-7E71F04B92E6}" srcOrd="1" destOrd="0" presId="urn:microsoft.com/office/officeart/2018/5/layout/CenteredIconLabelDescriptionList"/>
    <dgm:cxn modelId="{BD207186-661B-45F1-BD0D-EF20FE081750}" type="presParOf" srcId="{E4A6E1B8-DB9E-4165-873F-15D2786AA8DD}" destId="{C0BF80F7-3366-4C31-8FF1-89299DC5A3AA}" srcOrd="2" destOrd="0" presId="urn:microsoft.com/office/officeart/2018/5/layout/CenteredIconLabelDescriptionList"/>
    <dgm:cxn modelId="{0DFA75CF-F84E-4CF7-96DD-C6A2F99EC9BC}" type="presParOf" srcId="{E4A6E1B8-DB9E-4165-873F-15D2786AA8DD}" destId="{E7F756F7-DA7A-4CCD-9AA4-D47FE8B92821}" srcOrd="3" destOrd="0" presId="urn:microsoft.com/office/officeart/2018/5/layout/CenteredIconLabelDescriptionList"/>
    <dgm:cxn modelId="{AFF6B64B-794F-489C-8A2A-211A2036A3BB}" type="presParOf" srcId="{E4A6E1B8-DB9E-4165-873F-15D2786AA8DD}" destId="{332F7CC6-348F-47DE-82DA-218E3617A751}" srcOrd="4" destOrd="0" presId="urn:microsoft.com/office/officeart/2018/5/layout/CenteredIconLabelDescriptionList"/>
    <dgm:cxn modelId="{67DAE0C0-D745-475A-B011-906671A8C2BC}" type="presParOf" srcId="{DF0C8051-9F78-4255-9944-C5D3CD26C2C3}" destId="{0E1C19A9-20F8-4E80-A8D9-195AC035B05A}" srcOrd="1" destOrd="0" presId="urn:microsoft.com/office/officeart/2018/5/layout/CenteredIconLabelDescriptionList"/>
    <dgm:cxn modelId="{36855671-4912-4C2B-A809-B54B1762B4A7}" type="presParOf" srcId="{DF0C8051-9F78-4255-9944-C5D3CD26C2C3}" destId="{E4BF966B-63D0-46B7-AAEA-CA10D9A4C468}" srcOrd="2" destOrd="0" presId="urn:microsoft.com/office/officeart/2018/5/layout/CenteredIconLabelDescriptionList"/>
    <dgm:cxn modelId="{77E7FEAE-FB16-4047-B836-E8D984CF003B}" type="presParOf" srcId="{E4BF966B-63D0-46B7-AAEA-CA10D9A4C468}" destId="{B0549B8D-D4E8-4449-8161-AE6493EFA973}" srcOrd="0" destOrd="0" presId="urn:microsoft.com/office/officeart/2018/5/layout/CenteredIconLabelDescriptionList"/>
    <dgm:cxn modelId="{52AA6455-3812-453D-B9DA-535181DA077E}" type="presParOf" srcId="{E4BF966B-63D0-46B7-AAEA-CA10D9A4C468}" destId="{5CA6E7E8-3591-4B63-8202-1274B7E49959}" srcOrd="1" destOrd="0" presId="urn:microsoft.com/office/officeart/2018/5/layout/CenteredIconLabelDescriptionList"/>
    <dgm:cxn modelId="{73A26AA3-4A64-4686-AD7D-2E4BD49F5F6A}" type="presParOf" srcId="{E4BF966B-63D0-46B7-AAEA-CA10D9A4C468}" destId="{41F89109-B70D-4A8D-9871-28D1787DE78C}" srcOrd="2" destOrd="0" presId="urn:microsoft.com/office/officeart/2018/5/layout/CenteredIconLabelDescriptionList"/>
    <dgm:cxn modelId="{1D24705C-AB49-4F83-AE51-66096B319EBE}" type="presParOf" srcId="{E4BF966B-63D0-46B7-AAEA-CA10D9A4C468}" destId="{55A0FADF-67E7-48B1-8F10-85878D85B204}" srcOrd="3" destOrd="0" presId="urn:microsoft.com/office/officeart/2018/5/layout/CenteredIconLabelDescriptionList"/>
    <dgm:cxn modelId="{90483600-A188-4373-AE5E-2CFB62378706}" type="presParOf" srcId="{E4BF966B-63D0-46B7-AAEA-CA10D9A4C468}" destId="{3496C402-8814-49F3-B50D-022F30DBC7C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D72CE90-D47D-4D26-AEEF-27F380218BF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0095E04B-40D7-4693-AEBE-6D1F9B3519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>
              <a:latin typeface="Aptos"/>
            </a:rPr>
            <a:t>Network Segmentation/Isolation</a:t>
          </a:r>
          <a:endParaRPr lang="en-US">
            <a:latin typeface="Aptos"/>
          </a:endParaRPr>
        </a:p>
      </dgm:t>
    </dgm:pt>
    <dgm:pt modelId="{FD4BCF43-59BC-4668-A033-80D095389B04}" type="parTrans" cxnId="{2EE1DE92-5FCC-403D-B666-5C84285CD38B}">
      <dgm:prSet/>
      <dgm:spPr/>
      <dgm:t>
        <a:bodyPr/>
        <a:lstStyle/>
        <a:p>
          <a:endParaRPr lang="en-US"/>
        </a:p>
      </dgm:t>
    </dgm:pt>
    <dgm:pt modelId="{55F20F03-ED2F-4B39-A155-68066A6E6D65}" type="sibTrans" cxnId="{2EE1DE92-5FCC-403D-B666-5C84285CD38B}">
      <dgm:prSet/>
      <dgm:spPr/>
      <dgm:t>
        <a:bodyPr/>
        <a:lstStyle/>
        <a:p>
          <a:endParaRPr lang="en-US"/>
        </a:p>
      </dgm:t>
    </dgm:pt>
    <dgm:pt modelId="{82B12D30-15A0-4751-86A8-B40ABAD305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>
              <a:latin typeface="Aptos"/>
            </a:rPr>
            <a:t>Limited access, such that web-facing components cannot directly interact with the sensitive database, would restrict lateral movement by attackers.</a:t>
          </a:r>
          <a:endParaRPr lang="en-US">
            <a:latin typeface="Aptos"/>
          </a:endParaRPr>
        </a:p>
      </dgm:t>
    </dgm:pt>
    <dgm:pt modelId="{AF15B1F4-3E2F-433C-8776-3F53B14837F9}" type="parTrans" cxnId="{FB719F5B-3C0D-4039-A9B8-66A542F5C230}">
      <dgm:prSet/>
      <dgm:spPr/>
      <dgm:t>
        <a:bodyPr/>
        <a:lstStyle/>
        <a:p>
          <a:endParaRPr lang="en-US"/>
        </a:p>
      </dgm:t>
    </dgm:pt>
    <dgm:pt modelId="{68971C71-6ACE-4FFE-AAC3-DF9E131361E6}" type="sibTrans" cxnId="{FB719F5B-3C0D-4039-A9B8-66A542F5C230}">
      <dgm:prSet/>
      <dgm:spPr/>
      <dgm:t>
        <a:bodyPr/>
        <a:lstStyle/>
        <a:p>
          <a:endParaRPr lang="en-US"/>
        </a:p>
      </dgm:t>
    </dgm:pt>
    <dgm:pt modelId="{72AF83DA-2E53-437A-8CA4-63CDADF95D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>
              <a:latin typeface="Aptos"/>
            </a:rPr>
            <a:t>Micro-segmentation (breaking internal networks into smaller trust zones to add further containment)</a:t>
          </a:r>
          <a:endParaRPr lang="en-US">
            <a:latin typeface="Aptos"/>
          </a:endParaRPr>
        </a:p>
      </dgm:t>
    </dgm:pt>
    <dgm:pt modelId="{4721B12C-7381-4A47-AD01-766907D00C62}" type="parTrans" cxnId="{84C48914-7514-4884-84C7-4C2549997C32}">
      <dgm:prSet/>
      <dgm:spPr/>
      <dgm:t>
        <a:bodyPr/>
        <a:lstStyle/>
        <a:p>
          <a:endParaRPr lang="en-US"/>
        </a:p>
      </dgm:t>
    </dgm:pt>
    <dgm:pt modelId="{115B9A35-C77C-426D-A8B7-9F20E69F43CA}" type="sibTrans" cxnId="{84C48914-7514-4884-84C7-4C2549997C32}">
      <dgm:prSet/>
      <dgm:spPr/>
      <dgm:t>
        <a:bodyPr/>
        <a:lstStyle/>
        <a:p>
          <a:endParaRPr lang="en-US"/>
        </a:p>
      </dgm:t>
    </dgm:pt>
    <dgm:pt modelId="{464AE91C-7632-46B7-A107-A9EF92110A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>
              <a:latin typeface="Aptos"/>
            </a:rPr>
            <a:t>Strong Encryption &amp; Data Protection</a:t>
          </a:r>
          <a:endParaRPr lang="en-US">
            <a:latin typeface="Aptos"/>
          </a:endParaRPr>
        </a:p>
      </dgm:t>
    </dgm:pt>
    <dgm:pt modelId="{529DAA7F-CFC9-41B9-A5AA-81EC0C0198E9}" type="parTrans" cxnId="{EFA8F4BB-4ED6-42CE-8B71-33F1A837E153}">
      <dgm:prSet/>
      <dgm:spPr/>
      <dgm:t>
        <a:bodyPr/>
        <a:lstStyle/>
        <a:p>
          <a:endParaRPr lang="en-US"/>
        </a:p>
      </dgm:t>
    </dgm:pt>
    <dgm:pt modelId="{6BC4CD38-F448-407D-A8E0-731B6815998B}" type="sibTrans" cxnId="{EFA8F4BB-4ED6-42CE-8B71-33F1A837E153}">
      <dgm:prSet/>
      <dgm:spPr/>
      <dgm:t>
        <a:bodyPr/>
        <a:lstStyle/>
        <a:p>
          <a:endParaRPr lang="en-US"/>
        </a:p>
      </dgm:t>
    </dgm:pt>
    <dgm:pt modelId="{1EA32B58-D49F-46B9-A71B-35F2AEE38D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>
              <a:latin typeface="Aptos"/>
            </a:rPr>
            <a:t>Encrypting sensitive data both at rest and in transit reduces risk even if a breach occurs</a:t>
          </a:r>
          <a:endParaRPr lang="en-US">
            <a:latin typeface="Aptos"/>
          </a:endParaRPr>
        </a:p>
      </dgm:t>
    </dgm:pt>
    <dgm:pt modelId="{0BA5593D-DA4D-4645-9615-F7E1B1183FBC}" type="parTrans" cxnId="{18847161-6198-46DF-B2AF-533345358EFD}">
      <dgm:prSet/>
      <dgm:spPr/>
      <dgm:t>
        <a:bodyPr/>
        <a:lstStyle/>
        <a:p>
          <a:endParaRPr lang="en-US"/>
        </a:p>
      </dgm:t>
    </dgm:pt>
    <dgm:pt modelId="{84F6D43C-A877-4A2F-9D33-9FE8C50542E7}" type="sibTrans" cxnId="{18847161-6198-46DF-B2AF-533345358EFD}">
      <dgm:prSet/>
      <dgm:spPr/>
      <dgm:t>
        <a:bodyPr/>
        <a:lstStyle/>
        <a:p>
          <a:endParaRPr lang="en-US"/>
        </a:p>
      </dgm:t>
    </dgm:pt>
    <dgm:pt modelId="{397EA646-7A55-4F18-8ABB-C9FAE71673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>
              <a:latin typeface="Aptos"/>
            </a:rPr>
            <a:t>Properly protecting credentials, keys, and certificates is vital (avoiding expired or mismanaged SSL certs)</a:t>
          </a:r>
          <a:endParaRPr lang="en-US">
            <a:latin typeface="Aptos"/>
          </a:endParaRPr>
        </a:p>
      </dgm:t>
    </dgm:pt>
    <dgm:pt modelId="{6782E6D3-6600-4D72-A456-DD181646F202}" type="parTrans" cxnId="{7A05474A-23EE-427B-9226-B586B27C45EB}">
      <dgm:prSet/>
      <dgm:spPr/>
      <dgm:t>
        <a:bodyPr/>
        <a:lstStyle/>
        <a:p>
          <a:endParaRPr lang="en-US"/>
        </a:p>
      </dgm:t>
    </dgm:pt>
    <dgm:pt modelId="{6BC1298E-833E-477C-811C-3A98E7C117F3}" type="sibTrans" cxnId="{7A05474A-23EE-427B-9226-B586B27C45EB}">
      <dgm:prSet/>
      <dgm:spPr/>
      <dgm:t>
        <a:bodyPr/>
        <a:lstStyle/>
        <a:p>
          <a:endParaRPr lang="en-US"/>
        </a:p>
      </dgm:t>
    </dgm:pt>
    <dgm:pt modelId="{B0F8FB0F-0868-4F3A-A65D-6653BABE684D}" type="pres">
      <dgm:prSet presAssocID="{6D72CE90-D47D-4D26-AEEF-27F380218BFE}" presName="root" presStyleCnt="0">
        <dgm:presLayoutVars>
          <dgm:dir/>
          <dgm:resizeHandles val="exact"/>
        </dgm:presLayoutVars>
      </dgm:prSet>
      <dgm:spPr/>
    </dgm:pt>
    <dgm:pt modelId="{5D46954A-8354-4039-87FB-567548EDF85F}" type="pres">
      <dgm:prSet presAssocID="{0095E04B-40D7-4693-AEBE-6D1F9B35195F}" presName="compNode" presStyleCnt="0"/>
      <dgm:spPr/>
    </dgm:pt>
    <dgm:pt modelId="{A476AE95-2F2D-4522-91F0-148E88CDFB86}" type="pres">
      <dgm:prSet presAssocID="{0095E04B-40D7-4693-AEBE-6D1F9B35195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4604754-8BE1-4AC5-B9DF-886CFD86F27E}" type="pres">
      <dgm:prSet presAssocID="{0095E04B-40D7-4693-AEBE-6D1F9B35195F}" presName="iconSpace" presStyleCnt="0"/>
      <dgm:spPr/>
    </dgm:pt>
    <dgm:pt modelId="{6ABC05C4-CB95-4ED0-B927-DDB988A260D6}" type="pres">
      <dgm:prSet presAssocID="{0095E04B-40D7-4693-AEBE-6D1F9B35195F}" presName="parTx" presStyleLbl="revTx" presStyleIdx="0" presStyleCnt="4">
        <dgm:presLayoutVars>
          <dgm:chMax val="0"/>
          <dgm:chPref val="0"/>
        </dgm:presLayoutVars>
      </dgm:prSet>
      <dgm:spPr/>
    </dgm:pt>
    <dgm:pt modelId="{43998A60-4E77-4E48-8DBE-31D9FF18EED0}" type="pres">
      <dgm:prSet presAssocID="{0095E04B-40D7-4693-AEBE-6D1F9B35195F}" presName="txSpace" presStyleCnt="0"/>
      <dgm:spPr/>
    </dgm:pt>
    <dgm:pt modelId="{8412AC04-05EA-4627-8DCD-3D32DC244853}" type="pres">
      <dgm:prSet presAssocID="{0095E04B-40D7-4693-AEBE-6D1F9B35195F}" presName="desTx" presStyleLbl="revTx" presStyleIdx="1" presStyleCnt="4">
        <dgm:presLayoutVars/>
      </dgm:prSet>
      <dgm:spPr/>
    </dgm:pt>
    <dgm:pt modelId="{8F34B2EF-6B12-431D-89F0-B1AA1CEBAE9B}" type="pres">
      <dgm:prSet presAssocID="{55F20F03-ED2F-4B39-A155-68066A6E6D65}" presName="sibTrans" presStyleCnt="0"/>
      <dgm:spPr/>
    </dgm:pt>
    <dgm:pt modelId="{C5A7CD49-D6FE-49EE-B325-7D2D66189E0B}" type="pres">
      <dgm:prSet presAssocID="{464AE91C-7632-46B7-A107-A9EF92110AF1}" presName="compNode" presStyleCnt="0"/>
      <dgm:spPr/>
    </dgm:pt>
    <dgm:pt modelId="{7AEA6EDC-BDD0-42DE-8015-728FD7939501}" type="pres">
      <dgm:prSet presAssocID="{464AE91C-7632-46B7-A107-A9EF92110AF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F0BA2EC-ECD3-495B-A9EB-EBA1E023321F}" type="pres">
      <dgm:prSet presAssocID="{464AE91C-7632-46B7-A107-A9EF92110AF1}" presName="iconSpace" presStyleCnt="0"/>
      <dgm:spPr/>
    </dgm:pt>
    <dgm:pt modelId="{79910E3B-42D8-420C-9EE2-A8EAF88576BF}" type="pres">
      <dgm:prSet presAssocID="{464AE91C-7632-46B7-A107-A9EF92110AF1}" presName="parTx" presStyleLbl="revTx" presStyleIdx="2" presStyleCnt="4">
        <dgm:presLayoutVars>
          <dgm:chMax val="0"/>
          <dgm:chPref val="0"/>
        </dgm:presLayoutVars>
      </dgm:prSet>
      <dgm:spPr/>
    </dgm:pt>
    <dgm:pt modelId="{F27A47A6-A105-4AFD-8466-22FD8CBBE2F4}" type="pres">
      <dgm:prSet presAssocID="{464AE91C-7632-46B7-A107-A9EF92110AF1}" presName="txSpace" presStyleCnt="0"/>
      <dgm:spPr/>
    </dgm:pt>
    <dgm:pt modelId="{015ABAD6-C769-4B36-B584-1821D0C5C890}" type="pres">
      <dgm:prSet presAssocID="{464AE91C-7632-46B7-A107-A9EF92110AF1}" presName="desTx" presStyleLbl="revTx" presStyleIdx="3" presStyleCnt="4">
        <dgm:presLayoutVars/>
      </dgm:prSet>
      <dgm:spPr/>
    </dgm:pt>
  </dgm:ptLst>
  <dgm:cxnLst>
    <dgm:cxn modelId="{6DBB670A-ED36-4754-8962-462115363596}" type="presOf" srcId="{6D72CE90-D47D-4D26-AEEF-27F380218BFE}" destId="{B0F8FB0F-0868-4F3A-A65D-6653BABE684D}" srcOrd="0" destOrd="0" presId="urn:microsoft.com/office/officeart/2018/5/layout/CenteredIconLabelDescriptionList"/>
    <dgm:cxn modelId="{84C48914-7514-4884-84C7-4C2549997C32}" srcId="{0095E04B-40D7-4693-AEBE-6D1F9B35195F}" destId="{72AF83DA-2E53-437A-8CA4-63CDADF95D5B}" srcOrd="1" destOrd="0" parTransId="{4721B12C-7381-4A47-AD01-766907D00C62}" sibTransId="{115B9A35-C77C-426D-A8B7-9F20E69F43CA}"/>
    <dgm:cxn modelId="{FB719F5B-3C0D-4039-A9B8-66A542F5C230}" srcId="{0095E04B-40D7-4693-AEBE-6D1F9B35195F}" destId="{82B12D30-15A0-4751-86A8-B40ABAD305B4}" srcOrd="0" destOrd="0" parTransId="{AF15B1F4-3E2F-433C-8776-3F53B14837F9}" sibTransId="{68971C71-6ACE-4FFE-AAC3-DF9E131361E6}"/>
    <dgm:cxn modelId="{18847161-6198-46DF-B2AF-533345358EFD}" srcId="{464AE91C-7632-46B7-A107-A9EF92110AF1}" destId="{1EA32B58-D49F-46B9-A71B-35F2AEE38D6B}" srcOrd="0" destOrd="0" parTransId="{0BA5593D-DA4D-4645-9615-F7E1B1183FBC}" sibTransId="{84F6D43C-A877-4A2F-9D33-9FE8C50542E7}"/>
    <dgm:cxn modelId="{7A05474A-23EE-427B-9226-B586B27C45EB}" srcId="{464AE91C-7632-46B7-A107-A9EF92110AF1}" destId="{397EA646-7A55-4F18-8ABB-C9FAE71673AC}" srcOrd="1" destOrd="0" parTransId="{6782E6D3-6600-4D72-A456-DD181646F202}" sibTransId="{6BC1298E-833E-477C-811C-3A98E7C117F3}"/>
    <dgm:cxn modelId="{224F5083-3C5E-4A74-A0BB-4B266BEF1E33}" type="presOf" srcId="{72AF83DA-2E53-437A-8CA4-63CDADF95D5B}" destId="{8412AC04-05EA-4627-8DCD-3D32DC244853}" srcOrd="0" destOrd="1" presId="urn:microsoft.com/office/officeart/2018/5/layout/CenteredIconLabelDescriptionList"/>
    <dgm:cxn modelId="{C5826D91-70E3-43F6-A649-C2EA09EF9338}" type="presOf" srcId="{1EA32B58-D49F-46B9-A71B-35F2AEE38D6B}" destId="{015ABAD6-C769-4B36-B584-1821D0C5C890}" srcOrd="0" destOrd="0" presId="urn:microsoft.com/office/officeart/2018/5/layout/CenteredIconLabelDescriptionList"/>
    <dgm:cxn modelId="{2EE1DE92-5FCC-403D-B666-5C84285CD38B}" srcId="{6D72CE90-D47D-4D26-AEEF-27F380218BFE}" destId="{0095E04B-40D7-4693-AEBE-6D1F9B35195F}" srcOrd="0" destOrd="0" parTransId="{FD4BCF43-59BC-4668-A033-80D095389B04}" sibTransId="{55F20F03-ED2F-4B39-A155-68066A6E6D65}"/>
    <dgm:cxn modelId="{EFA8F4BB-4ED6-42CE-8B71-33F1A837E153}" srcId="{6D72CE90-D47D-4D26-AEEF-27F380218BFE}" destId="{464AE91C-7632-46B7-A107-A9EF92110AF1}" srcOrd="1" destOrd="0" parTransId="{529DAA7F-CFC9-41B9-A5AA-81EC0C0198E9}" sibTransId="{6BC4CD38-F448-407D-A8E0-731B6815998B}"/>
    <dgm:cxn modelId="{24C655C9-E362-4D10-A04A-C7157161F1AF}" type="presOf" srcId="{397EA646-7A55-4F18-8ABB-C9FAE71673AC}" destId="{015ABAD6-C769-4B36-B584-1821D0C5C890}" srcOrd="0" destOrd="1" presId="urn:microsoft.com/office/officeart/2018/5/layout/CenteredIconLabelDescriptionList"/>
    <dgm:cxn modelId="{C9DAADDF-3286-4628-AC02-8587F7E65277}" type="presOf" srcId="{0095E04B-40D7-4693-AEBE-6D1F9B35195F}" destId="{6ABC05C4-CB95-4ED0-B927-DDB988A260D6}" srcOrd="0" destOrd="0" presId="urn:microsoft.com/office/officeart/2018/5/layout/CenteredIconLabelDescriptionList"/>
    <dgm:cxn modelId="{B5C607E9-5985-499D-A371-6724E566201D}" type="presOf" srcId="{82B12D30-15A0-4751-86A8-B40ABAD305B4}" destId="{8412AC04-05EA-4627-8DCD-3D32DC244853}" srcOrd="0" destOrd="0" presId="urn:microsoft.com/office/officeart/2018/5/layout/CenteredIconLabelDescriptionList"/>
    <dgm:cxn modelId="{E9513EFD-B973-4B88-AF0C-DC1C14336373}" type="presOf" srcId="{464AE91C-7632-46B7-A107-A9EF92110AF1}" destId="{79910E3B-42D8-420C-9EE2-A8EAF88576BF}" srcOrd="0" destOrd="0" presId="urn:microsoft.com/office/officeart/2018/5/layout/CenteredIconLabelDescriptionList"/>
    <dgm:cxn modelId="{31D0BF8F-740F-486A-87AA-829E63B42993}" type="presParOf" srcId="{B0F8FB0F-0868-4F3A-A65D-6653BABE684D}" destId="{5D46954A-8354-4039-87FB-567548EDF85F}" srcOrd="0" destOrd="0" presId="urn:microsoft.com/office/officeart/2018/5/layout/CenteredIconLabelDescriptionList"/>
    <dgm:cxn modelId="{21C606CC-A742-477F-AB8F-3A4A35946E5E}" type="presParOf" srcId="{5D46954A-8354-4039-87FB-567548EDF85F}" destId="{A476AE95-2F2D-4522-91F0-148E88CDFB86}" srcOrd="0" destOrd="0" presId="urn:microsoft.com/office/officeart/2018/5/layout/CenteredIconLabelDescriptionList"/>
    <dgm:cxn modelId="{3362055C-EA23-41D2-AEA4-B8C014CFC3EB}" type="presParOf" srcId="{5D46954A-8354-4039-87FB-567548EDF85F}" destId="{54604754-8BE1-4AC5-B9DF-886CFD86F27E}" srcOrd="1" destOrd="0" presId="urn:microsoft.com/office/officeart/2018/5/layout/CenteredIconLabelDescriptionList"/>
    <dgm:cxn modelId="{0C92BCAC-0948-447F-9FD0-EDAB2FEF1C8C}" type="presParOf" srcId="{5D46954A-8354-4039-87FB-567548EDF85F}" destId="{6ABC05C4-CB95-4ED0-B927-DDB988A260D6}" srcOrd="2" destOrd="0" presId="urn:microsoft.com/office/officeart/2018/5/layout/CenteredIconLabelDescriptionList"/>
    <dgm:cxn modelId="{145F093F-312D-4BA2-88CC-5D2971339345}" type="presParOf" srcId="{5D46954A-8354-4039-87FB-567548EDF85F}" destId="{43998A60-4E77-4E48-8DBE-31D9FF18EED0}" srcOrd="3" destOrd="0" presId="urn:microsoft.com/office/officeart/2018/5/layout/CenteredIconLabelDescriptionList"/>
    <dgm:cxn modelId="{5DF50285-E0AB-402B-82F7-4A6A291A42F4}" type="presParOf" srcId="{5D46954A-8354-4039-87FB-567548EDF85F}" destId="{8412AC04-05EA-4627-8DCD-3D32DC244853}" srcOrd="4" destOrd="0" presId="urn:microsoft.com/office/officeart/2018/5/layout/CenteredIconLabelDescriptionList"/>
    <dgm:cxn modelId="{7EA1DC2B-91A4-4D56-9C84-2FAEE49AE98B}" type="presParOf" srcId="{B0F8FB0F-0868-4F3A-A65D-6653BABE684D}" destId="{8F34B2EF-6B12-431D-89F0-B1AA1CEBAE9B}" srcOrd="1" destOrd="0" presId="urn:microsoft.com/office/officeart/2018/5/layout/CenteredIconLabelDescriptionList"/>
    <dgm:cxn modelId="{29D00FBA-2F9F-4EB8-AEA8-AC2C0D9AD04B}" type="presParOf" srcId="{B0F8FB0F-0868-4F3A-A65D-6653BABE684D}" destId="{C5A7CD49-D6FE-49EE-B325-7D2D66189E0B}" srcOrd="2" destOrd="0" presId="urn:microsoft.com/office/officeart/2018/5/layout/CenteredIconLabelDescriptionList"/>
    <dgm:cxn modelId="{6877CD66-0D21-4096-8646-75F887CEF6BE}" type="presParOf" srcId="{C5A7CD49-D6FE-49EE-B325-7D2D66189E0B}" destId="{7AEA6EDC-BDD0-42DE-8015-728FD7939501}" srcOrd="0" destOrd="0" presId="urn:microsoft.com/office/officeart/2018/5/layout/CenteredIconLabelDescriptionList"/>
    <dgm:cxn modelId="{D31C6C90-D2D6-47AE-85F2-BBD4ED01D693}" type="presParOf" srcId="{C5A7CD49-D6FE-49EE-B325-7D2D66189E0B}" destId="{9F0BA2EC-ECD3-495B-A9EB-EBA1E023321F}" srcOrd="1" destOrd="0" presId="urn:microsoft.com/office/officeart/2018/5/layout/CenteredIconLabelDescriptionList"/>
    <dgm:cxn modelId="{82DF5C4A-F701-4BEB-B6D9-2FA1B106A2F4}" type="presParOf" srcId="{C5A7CD49-D6FE-49EE-B325-7D2D66189E0B}" destId="{79910E3B-42D8-420C-9EE2-A8EAF88576BF}" srcOrd="2" destOrd="0" presId="urn:microsoft.com/office/officeart/2018/5/layout/CenteredIconLabelDescriptionList"/>
    <dgm:cxn modelId="{754422B0-4647-4174-83B7-01BD4937EEF1}" type="presParOf" srcId="{C5A7CD49-D6FE-49EE-B325-7D2D66189E0B}" destId="{F27A47A6-A105-4AFD-8466-22FD8CBBE2F4}" srcOrd="3" destOrd="0" presId="urn:microsoft.com/office/officeart/2018/5/layout/CenteredIconLabelDescriptionList"/>
    <dgm:cxn modelId="{1F75E7BB-24AC-4747-AE3C-2683329496B4}" type="presParOf" srcId="{C5A7CD49-D6FE-49EE-B325-7D2D66189E0B}" destId="{015ABAD6-C769-4B36-B584-1821D0C5C89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497D6B6-B57F-4CE0-AE88-39F93ECC6708}" type="doc">
      <dgm:prSet loTypeId="urn:microsoft.com/office/officeart/2005/8/layout/h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47CCF373-A42D-4224-9132-784C5349249F}">
      <dgm:prSet phldrT="[Text]" phldr="0"/>
      <dgm:spPr/>
      <dgm:t>
        <a:bodyPr/>
        <a:lstStyle/>
        <a:p>
          <a:pPr rtl="0"/>
          <a:r>
            <a:rPr lang="en-GB">
              <a:latin typeface="Aptos"/>
            </a:rPr>
            <a:t>Root Cause</a:t>
          </a:r>
        </a:p>
      </dgm:t>
    </dgm:pt>
    <dgm:pt modelId="{0055951E-FF6F-4BF5-88F3-8E1C7BAD3C1A}" type="parTrans" cxnId="{6BB45D32-1220-4CFE-91EA-05EC2ED8B511}">
      <dgm:prSet/>
      <dgm:spPr/>
      <dgm:t>
        <a:bodyPr/>
        <a:lstStyle/>
        <a:p>
          <a:endParaRPr lang="en-GB"/>
        </a:p>
      </dgm:t>
    </dgm:pt>
    <dgm:pt modelId="{8BAEE94C-A6AB-4001-B4D8-41CF4FC9300F}" type="sibTrans" cxnId="{6BB45D32-1220-4CFE-91EA-05EC2ED8B511}">
      <dgm:prSet/>
      <dgm:spPr/>
      <dgm:t>
        <a:bodyPr/>
        <a:lstStyle/>
        <a:p>
          <a:endParaRPr lang="en-GB"/>
        </a:p>
      </dgm:t>
    </dgm:pt>
    <dgm:pt modelId="{04667FBD-BAA5-453A-86AF-C866C636A282}">
      <dgm:prSet phldrT="[Text]"/>
      <dgm:spPr/>
      <dgm:t>
        <a:bodyPr/>
        <a:lstStyle/>
        <a:p>
          <a:r>
            <a:rPr lang="en-GB">
              <a:latin typeface="Aptos"/>
            </a:rPr>
            <a:t>input-validation/injection</a:t>
          </a:r>
        </a:p>
      </dgm:t>
    </dgm:pt>
    <dgm:pt modelId="{8108C006-845C-4A9F-A385-ED264922C885}" type="parTrans" cxnId="{7B5B4459-D7EC-4A32-9764-883B4AA75FA1}">
      <dgm:prSet/>
      <dgm:spPr/>
      <dgm:t>
        <a:bodyPr/>
        <a:lstStyle/>
        <a:p>
          <a:endParaRPr lang="en-GB"/>
        </a:p>
      </dgm:t>
    </dgm:pt>
    <dgm:pt modelId="{DA9681E8-F49C-4634-B8E4-04089444D6E3}" type="sibTrans" cxnId="{7B5B4459-D7EC-4A32-9764-883B4AA75FA1}">
      <dgm:prSet/>
      <dgm:spPr/>
      <dgm:t>
        <a:bodyPr/>
        <a:lstStyle/>
        <a:p>
          <a:endParaRPr lang="en-GB"/>
        </a:p>
      </dgm:t>
    </dgm:pt>
    <dgm:pt modelId="{ACA134E1-79C4-4CDA-A8E5-F87D379BB1C3}">
      <dgm:prSet phldrT="[Text]" phldr="0"/>
      <dgm:spPr/>
      <dgm:t>
        <a:bodyPr/>
        <a:lstStyle/>
        <a:p>
          <a:pPr rtl="0"/>
          <a:r>
            <a:rPr lang="en-GB">
              <a:latin typeface="Aptos"/>
            </a:rPr>
            <a:t>Unsafe code evaluations</a:t>
          </a:r>
        </a:p>
      </dgm:t>
    </dgm:pt>
    <dgm:pt modelId="{56A05C82-2C78-4C37-828E-D0BD977E9C0A}" type="parTrans" cxnId="{A9119733-4298-404C-A900-F328D7838795}">
      <dgm:prSet/>
      <dgm:spPr/>
      <dgm:t>
        <a:bodyPr/>
        <a:lstStyle/>
        <a:p>
          <a:endParaRPr lang="en-GB"/>
        </a:p>
      </dgm:t>
    </dgm:pt>
    <dgm:pt modelId="{A8A50C14-56ED-4E4F-A7E9-39172209C595}" type="sibTrans" cxnId="{A9119733-4298-404C-A900-F328D7838795}">
      <dgm:prSet/>
      <dgm:spPr/>
      <dgm:t>
        <a:bodyPr/>
        <a:lstStyle/>
        <a:p>
          <a:endParaRPr lang="en-GB"/>
        </a:p>
      </dgm:t>
    </dgm:pt>
    <dgm:pt modelId="{82FDBB58-977B-4B55-853F-5DD3F5EF9A20}">
      <dgm:prSet phldrT="[Text]" phldr="0"/>
      <dgm:spPr/>
      <dgm:t>
        <a:bodyPr/>
        <a:lstStyle/>
        <a:p>
          <a:pPr rtl="0"/>
          <a:r>
            <a:rPr lang="en-GB">
              <a:latin typeface="Aptos"/>
            </a:rPr>
            <a:t>Disclosure Status</a:t>
          </a:r>
        </a:p>
      </dgm:t>
    </dgm:pt>
    <dgm:pt modelId="{08893064-E1E8-4D63-9EA1-36A8EDB10D7E}" type="parTrans" cxnId="{78105AE3-46A0-4975-BED8-F3047A7D4FB8}">
      <dgm:prSet/>
      <dgm:spPr/>
      <dgm:t>
        <a:bodyPr/>
        <a:lstStyle/>
        <a:p>
          <a:endParaRPr lang="en-GB"/>
        </a:p>
      </dgm:t>
    </dgm:pt>
    <dgm:pt modelId="{E86E5FE9-ADB3-4520-8B11-F746FA67BED8}" type="sibTrans" cxnId="{78105AE3-46A0-4975-BED8-F3047A7D4FB8}">
      <dgm:prSet/>
      <dgm:spPr/>
      <dgm:t>
        <a:bodyPr/>
        <a:lstStyle/>
        <a:p>
          <a:endParaRPr lang="en-GB"/>
        </a:p>
      </dgm:t>
    </dgm:pt>
    <dgm:pt modelId="{CA42DE70-2D19-41B1-B2A8-2C5613F28E58}">
      <dgm:prSet phldrT="[Text]"/>
      <dgm:spPr/>
      <dgm:t>
        <a:bodyPr/>
        <a:lstStyle/>
        <a:p>
          <a:r>
            <a:rPr lang="en-GB">
              <a:latin typeface="Aptos"/>
            </a:rPr>
            <a:t>Known/unpatched</a:t>
          </a:r>
        </a:p>
      </dgm:t>
    </dgm:pt>
    <dgm:pt modelId="{D99583F9-D896-4092-97D2-EA371F4ED87C}" type="parTrans" cxnId="{94D4E75C-7087-43F7-A59D-1BA0FE66F690}">
      <dgm:prSet/>
      <dgm:spPr/>
      <dgm:t>
        <a:bodyPr/>
        <a:lstStyle/>
        <a:p>
          <a:endParaRPr lang="en-GB"/>
        </a:p>
      </dgm:t>
    </dgm:pt>
    <dgm:pt modelId="{DA2012D0-DE0E-4FB5-9500-C00ACCDDB598}" type="sibTrans" cxnId="{94D4E75C-7087-43F7-A59D-1BA0FE66F690}">
      <dgm:prSet/>
      <dgm:spPr/>
      <dgm:t>
        <a:bodyPr/>
        <a:lstStyle/>
        <a:p>
          <a:endParaRPr lang="en-GB"/>
        </a:p>
      </dgm:t>
    </dgm:pt>
    <dgm:pt modelId="{A9092657-5E36-4EE2-AB25-066262F4A9F2}">
      <dgm:prSet phldrT="[Text]" phldr="0"/>
      <dgm:spPr/>
      <dgm:t>
        <a:bodyPr/>
        <a:lstStyle/>
        <a:p>
          <a:pPr rtl="0"/>
          <a:r>
            <a:rPr lang="en-GB">
              <a:latin typeface="Aptos"/>
            </a:rPr>
            <a:t>Zero Day</a:t>
          </a:r>
        </a:p>
      </dgm:t>
    </dgm:pt>
    <dgm:pt modelId="{89295AEE-9B7B-4A7B-BA72-AFA7FC626149}" type="parTrans" cxnId="{AEB33FB9-A056-44E4-B1C8-FE4B6D654FDB}">
      <dgm:prSet/>
      <dgm:spPr/>
      <dgm:t>
        <a:bodyPr/>
        <a:lstStyle/>
        <a:p>
          <a:endParaRPr lang="en-GB"/>
        </a:p>
      </dgm:t>
    </dgm:pt>
    <dgm:pt modelId="{4CA6A9E0-368D-4F8A-B46D-A24BA87B9E41}" type="sibTrans" cxnId="{AEB33FB9-A056-44E4-B1C8-FE4B6D654FDB}">
      <dgm:prSet/>
      <dgm:spPr/>
      <dgm:t>
        <a:bodyPr/>
        <a:lstStyle/>
        <a:p>
          <a:endParaRPr lang="en-GB"/>
        </a:p>
      </dgm:t>
    </dgm:pt>
    <dgm:pt modelId="{1084E98D-5280-4F46-8D79-03D7F4D304E4}">
      <dgm:prSet phldr="0"/>
      <dgm:spPr/>
      <dgm:t>
        <a:bodyPr/>
        <a:lstStyle/>
        <a:p>
          <a:pPr rtl="0"/>
          <a:r>
            <a:rPr lang="en-GB">
              <a:latin typeface="Aptos"/>
            </a:rPr>
            <a:t>Exploit Access</a:t>
          </a:r>
        </a:p>
      </dgm:t>
    </dgm:pt>
    <dgm:pt modelId="{AD38FC1B-C515-4053-9A5B-D09C85E6D64B}" type="parTrans" cxnId="{B5DA63F8-723F-4613-B4BD-02052E58BB2B}">
      <dgm:prSet/>
      <dgm:spPr/>
    </dgm:pt>
    <dgm:pt modelId="{DFDCFC7B-4CEC-4286-9F9E-11CD20F68591}" type="sibTrans" cxnId="{B5DA63F8-723F-4613-B4BD-02052E58BB2B}">
      <dgm:prSet/>
      <dgm:spPr/>
    </dgm:pt>
    <dgm:pt modelId="{9473AC8A-B5F5-44DA-B5C2-B87844540AA8}">
      <dgm:prSet phldr="0"/>
      <dgm:spPr/>
      <dgm:t>
        <a:bodyPr/>
        <a:lstStyle/>
        <a:p>
          <a:r>
            <a:rPr lang="en-GB">
              <a:latin typeface="Aptos"/>
            </a:rPr>
            <a:t>Authenticated</a:t>
          </a:r>
        </a:p>
      </dgm:t>
    </dgm:pt>
    <dgm:pt modelId="{E5B04AF9-B5FD-4AE4-80DE-DDFFA8802655}" type="parTrans" cxnId="{48224F5E-FF78-47E9-B700-455E89831741}">
      <dgm:prSet/>
      <dgm:spPr/>
    </dgm:pt>
    <dgm:pt modelId="{3607B737-66D7-47DE-9D41-81F560D21477}" type="sibTrans" cxnId="{48224F5E-FF78-47E9-B700-455E89831741}">
      <dgm:prSet/>
      <dgm:spPr/>
    </dgm:pt>
    <dgm:pt modelId="{A11DEF0B-0F09-434D-8D88-490F89BB6505}">
      <dgm:prSet phldr="0"/>
      <dgm:spPr/>
      <dgm:t>
        <a:bodyPr/>
        <a:lstStyle/>
        <a:p>
          <a:pPr rtl="0"/>
          <a:r>
            <a:rPr lang="en-GB">
              <a:latin typeface="Aptos"/>
            </a:rPr>
            <a:t>Deserialization</a:t>
          </a:r>
        </a:p>
      </dgm:t>
    </dgm:pt>
    <dgm:pt modelId="{65C74DBC-C750-44C4-9617-DE664F71926E}" type="parTrans" cxnId="{8461A75C-A864-4A1B-BB9F-F0EEB23A8955}">
      <dgm:prSet/>
      <dgm:spPr/>
    </dgm:pt>
    <dgm:pt modelId="{34343EC6-014B-43EB-8309-BE57427BC836}" type="sibTrans" cxnId="{8461A75C-A864-4A1B-BB9F-F0EEB23A8955}">
      <dgm:prSet/>
      <dgm:spPr/>
    </dgm:pt>
    <dgm:pt modelId="{4C6B182C-7D70-457E-B9A3-CF1F2D9CCD99}">
      <dgm:prSet phldr="0"/>
      <dgm:spPr/>
      <dgm:t>
        <a:bodyPr/>
        <a:lstStyle/>
        <a:p>
          <a:pPr rtl="0"/>
          <a:r>
            <a:rPr lang="en-GB">
              <a:latin typeface="Aptos"/>
            </a:rPr>
            <a:t>Memory corruption</a:t>
          </a:r>
        </a:p>
      </dgm:t>
    </dgm:pt>
    <dgm:pt modelId="{4292787B-808E-46FD-8E55-B34DE45B7365}" type="parTrans" cxnId="{7AAA0C0D-C1CE-46D7-9C72-B483A2E74554}">
      <dgm:prSet/>
      <dgm:spPr/>
    </dgm:pt>
    <dgm:pt modelId="{1BFBBD7A-2B85-4E97-9FF9-65C8DC22330E}" type="sibTrans" cxnId="{7AAA0C0D-C1CE-46D7-9C72-B483A2E74554}">
      <dgm:prSet/>
      <dgm:spPr/>
    </dgm:pt>
    <dgm:pt modelId="{8C44CDD6-CF52-47F4-8DF8-9D37FF36113F}">
      <dgm:prSet phldr="0"/>
      <dgm:spPr/>
      <dgm:t>
        <a:bodyPr/>
        <a:lstStyle/>
        <a:p>
          <a:pPr rtl="0"/>
          <a:r>
            <a:rPr lang="en-GB">
              <a:latin typeface="Aptos"/>
            </a:rPr>
            <a:t>Bad configurations</a:t>
          </a:r>
        </a:p>
      </dgm:t>
    </dgm:pt>
    <dgm:pt modelId="{07758E13-76AC-4BF2-AF48-BB0FDB70825A}" type="parTrans" cxnId="{C8F5E3D2-3E26-43BD-B495-2A7BF9FB6784}">
      <dgm:prSet/>
      <dgm:spPr/>
    </dgm:pt>
    <dgm:pt modelId="{08B7F168-D6C6-49B0-9867-227BCB2031CA}" type="sibTrans" cxnId="{C8F5E3D2-3E26-43BD-B495-2A7BF9FB6784}">
      <dgm:prSet/>
      <dgm:spPr/>
    </dgm:pt>
    <dgm:pt modelId="{AD509203-53E8-4DD1-B9E0-04E665E56021}">
      <dgm:prSet phldr="0"/>
      <dgm:spPr/>
      <dgm:t>
        <a:bodyPr/>
        <a:lstStyle/>
        <a:p>
          <a:pPr rtl="0"/>
          <a:r>
            <a:rPr lang="en-GB">
              <a:latin typeface="Aptos"/>
            </a:rPr>
            <a:t>File upload</a:t>
          </a:r>
        </a:p>
      </dgm:t>
    </dgm:pt>
    <dgm:pt modelId="{071F7588-2D59-47E5-8AF0-F360C5A4510C}" type="parTrans" cxnId="{89EFFEB0-6ACC-4E91-A821-1E97AA38D3F4}">
      <dgm:prSet/>
      <dgm:spPr/>
    </dgm:pt>
    <dgm:pt modelId="{30014233-ADF5-4605-8E21-0715386370C1}" type="sibTrans" cxnId="{89EFFEB0-6ACC-4E91-A821-1E97AA38D3F4}">
      <dgm:prSet/>
      <dgm:spPr/>
    </dgm:pt>
    <dgm:pt modelId="{1E3AAEBC-AFB3-4B14-AAAB-5A67A19D459E}">
      <dgm:prSet phldr="0"/>
      <dgm:spPr/>
      <dgm:t>
        <a:bodyPr/>
        <a:lstStyle/>
        <a:p>
          <a:pPr rtl="0"/>
          <a:r>
            <a:rPr lang="en-GB">
              <a:latin typeface="Aptos"/>
            </a:rPr>
            <a:t>Unauthenticated</a:t>
          </a:r>
        </a:p>
      </dgm:t>
    </dgm:pt>
    <dgm:pt modelId="{BD0AA65D-67C5-4464-A77B-B5ADDEA3CD81}" type="parTrans" cxnId="{1F636B30-98F5-42C7-82F2-E17E87772B4E}">
      <dgm:prSet/>
      <dgm:spPr/>
    </dgm:pt>
    <dgm:pt modelId="{0CB10D29-AE73-4738-ACF8-32A434C2E169}" type="sibTrans" cxnId="{1F636B30-98F5-42C7-82F2-E17E87772B4E}">
      <dgm:prSet/>
      <dgm:spPr/>
    </dgm:pt>
    <dgm:pt modelId="{62DB50C4-4DD0-4355-924A-BE262427B5FF}">
      <dgm:prSet phldr="0"/>
      <dgm:spPr/>
      <dgm:t>
        <a:bodyPr/>
        <a:lstStyle/>
        <a:p>
          <a:pPr rtl="0"/>
          <a:r>
            <a:rPr lang="en-GB">
              <a:latin typeface="Aptos"/>
            </a:rPr>
            <a:t>Trigger / Persistence</a:t>
          </a:r>
        </a:p>
      </dgm:t>
    </dgm:pt>
    <dgm:pt modelId="{E2A4B188-13C9-4046-BF36-61B260DBF8C1}" type="parTrans" cxnId="{782B70D3-4B99-4FF4-90DA-8ED18A3CB797}">
      <dgm:prSet/>
      <dgm:spPr/>
    </dgm:pt>
    <dgm:pt modelId="{A3807E6A-29A3-4B69-9C45-31E2603095CD}" type="sibTrans" cxnId="{782B70D3-4B99-4FF4-90DA-8ED18A3CB797}">
      <dgm:prSet/>
      <dgm:spPr/>
    </dgm:pt>
    <dgm:pt modelId="{DFBE9DE9-3DF5-4E0F-8A83-B91DD17941C5}">
      <dgm:prSet phldr="0"/>
      <dgm:spPr/>
      <dgm:t>
        <a:bodyPr/>
        <a:lstStyle/>
        <a:p>
          <a:pPr rtl="0"/>
          <a:r>
            <a:rPr lang="en-GB">
              <a:latin typeface="Aptos"/>
            </a:rPr>
            <a:t>Immediate (Reflected) RCE</a:t>
          </a:r>
        </a:p>
      </dgm:t>
    </dgm:pt>
    <dgm:pt modelId="{4A6B1E32-3060-4A02-8994-700EB8F66BCF}" type="parTrans" cxnId="{989B20BA-B6CC-4C75-A399-80D41E9BC431}">
      <dgm:prSet/>
      <dgm:spPr/>
    </dgm:pt>
    <dgm:pt modelId="{A86147E9-5E04-46CF-8464-95B4873AF272}" type="sibTrans" cxnId="{989B20BA-B6CC-4C75-A399-80D41E9BC431}">
      <dgm:prSet/>
      <dgm:spPr/>
    </dgm:pt>
    <dgm:pt modelId="{74A6234E-534F-4B73-A949-834EB142582B}">
      <dgm:prSet phldr="0"/>
      <dgm:spPr/>
      <dgm:t>
        <a:bodyPr/>
        <a:lstStyle/>
        <a:p>
          <a:pPr rtl="0"/>
          <a:r>
            <a:rPr lang="en-GB">
              <a:latin typeface="Aptos"/>
            </a:rPr>
            <a:t>Stored (Persistent) RCE</a:t>
          </a:r>
        </a:p>
      </dgm:t>
    </dgm:pt>
    <dgm:pt modelId="{46615BDF-61DD-460B-94DF-85A2EBB25FD6}" type="parTrans" cxnId="{E50B065F-ED54-4D94-B1AA-16F15A2C67A1}">
      <dgm:prSet/>
      <dgm:spPr/>
    </dgm:pt>
    <dgm:pt modelId="{72E6F230-3DCD-4C78-BF42-5CCAA885CC61}" type="sibTrans" cxnId="{E50B065F-ED54-4D94-B1AA-16F15A2C67A1}">
      <dgm:prSet/>
      <dgm:spPr/>
    </dgm:pt>
    <dgm:pt modelId="{40F113D8-D54A-4126-976C-AC83A284288E}" type="pres">
      <dgm:prSet presAssocID="{F497D6B6-B57F-4CE0-AE88-39F93ECC6708}" presName="Name0" presStyleCnt="0">
        <dgm:presLayoutVars>
          <dgm:dir/>
          <dgm:animLvl val="lvl"/>
          <dgm:resizeHandles val="exact"/>
        </dgm:presLayoutVars>
      </dgm:prSet>
      <dgm:spPr/>
    </dgm:pt>
    <dgm:pt modelId="{70DBC0F9-C2A8-43EB-9C33-C5487F7CF7AF}" type="pres">
      <dgm:prSet presAssocID="{47CCF373-A42D-4224-9132-784C5349249F}" presName="composite" presStyleCnt="0"/>
      <dgm:spPr/>
    </dgm:pt>
    <dgm:pt modelId="{DD8190A8-5CCD-43A1-9DDA-C04AEE769247}" type="pres">
      <dgm:prSet presAssocID="{47CCF373-A42D-4224-9132-784C5349249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7314B4AC-02F0-43B3-9995-56F28645B721}" type="pres">
      <dgm:prSet presAssocID="{47CCF373-A42D-4224-9132-784C5349249F}" presName="desTx" presStyleLbl="alignAccFollowNode1" presStyleIdx="0" presStyleCnt="4">
        <dgm:presLayoutVars>
          <dgm:bulletEnabled val="1"/>
        </dgm:presLayoutVars>
      </dgm:prSet>
      <dgm:spPr/>
    </dgm:pt>
    <dgm:pt modelId="{82AA6FE4-E7AE-4835-81EC-B1EEC4F51ED4}" type="pres">
      <dgm:prSet presAssocID="{8BAEE94C-A6AB-4001-B4D8-41CF4FC9300F}" presName="space" presStyleCnt="0"/>
      <dgm:spPr/>
    </dgm:pt>
    <dgm:pt modelId="{D0D00EAF-FBD0-4C4D-828E-C91B4BC5A0F4}" type="pres">
      <dgm:prSet presAssocID="{82FDBB58-977B-4B55-853F-5DD3F5EF9A20}" presName="composite" presStyleCnt="0"/>
      <dgm:spPr/>
    </dgm:pt>
    <dgm:pt modelId="{D8090840-2515-41C7-B74B-0EE9F5FC052E}" type="pres">
      <dgm:prSet presAssocID="{82FDBB58-977B-4B55-853F-5DD3F5EF9A2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CDE2F4C-94D2-4455-9460-060F4CEA8761}" type="pres">
      <dgm:prSet presAssocID="{82FDBB58-977B-4B55-853F-5DD3F5EF9A20}" presName="desTx" presStyleLbl="alignAccFollowNode1" presStyleIdx="1" presStyleCnt="4">
        <dgm:presLayoutVars>
          <dgm:bulletEnabled val="1"/>
        </dgm:presLayoutVars>
      </dgm:prSet>
      <dgm:spPr/>
    </dgm:pt>
    <dgm:pt modelId="{5AC06464-E5FE-49B7-B551-20358123A12A}" type="pres">
      <dgm:prSet presAssocID="{E86E5FE9-ADB3-4520-8B11-F746FA67BED8}" presName="space" presStyleCnt="0"/>
      <dgm:spPr/>
    </dgm:pt>
    <dgm:pt modelId="{C2DEB957-C1D4-48D6-91DB-3F8F058A10D7}" type="pres">
      <dgm:prSet presAssocID="{1084E98D-5280-4F46-8D79-03D7F4D304E4}" presName="composite" presStyleCnt="0"/>
      <dgm:spPr/>
    </dgm:pt>
    <dgm:pt modelId="{DC73677A-0B23-43F7-8BBD-25B6CD69BE7B}" type="pres">
      <dgm:prSet presAssocID="{1084E98D-5280-4F46-8D79-03D7F4D304E4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164007F-3F17-4BB6-A3AF-05A92740E6E3}" type="pres">
      <dgm:prSet presAssocID="{1084E98D-5280-4F46-8D79-03D7F4D304E4}" presName="desTx" presStyleLbl="alignAccFollowNode1" presStyleIdx="2" presStyleCnt="4">
        <dgm:presLayoutVars>
          <dgm:bulletEnabled val="1"/>
        </dgm:presLayoutVars>
      </dgm:prSet>
      <dgm:spPr/>
    </dgm:pt>
    <dgm:pt modelId="{F7B23F46-C444-4F5A-B4FD-306FBF83714D}" type="pres">
      <dgm:prSet presAssocID="{DFDCFC7B-4CEC-4286-9F9E-11CD20F68591}" presName="space" presStyleCnt="0"/>
      <dgm:spPr/>
    </dgm:pt>
    <dgm:pt modelId="{B5DFEB02-8D61-451C-9D20-4DB2A1DB1247}" type="pres">
      <dgm:prSet presAssocID="{62DB50C4-4DD0-4355-924A-BE262427B5FF}" presName="composite" presStyleCnt="0"/>
      <dgm:spPr/>
    </dgm:pt>
    <dgm:pt modelId="{172E5FB0-EA92-4779-9D2D-B2F40058F259}" type="pres">
      <dgm:prSet presAssocID="{62DB50C4-4DD0-4355-924A-BE262427B5F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8B201BD-64FA-4BDC-8CD3-DA43E95A4085}" type="pres">
      <dgm:prSet presAssocID="{62DB50C4-4DD0-4355-924A-BE262427B5F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AB2ED02-3B5D-46E4-94A9-B9502D430F9B}" type="presOf" srcId="{AD509203-53E8-4DD1-B9E0-04E665E56021}" destId="{7314B4AC-02F0-43B3-9995-56F28645B721}" srcOrd="0" destOrd="5" presId="urn:microsoft.com/office/officeart/2005/8/layout/hList1"/>
    <dgm:cxn modelId="{7AAA0C0D-C1CE-46D7-9C72-B483A2E74554}" srcId="{47CCF373-A42D-4224-9132-784C5349249F}" destId="{4C6B182C-7D70-457E-B9A3-CF1F2D9CCD99}" srcOrd="2" destOrd="0" parTransId="{4292787B-808E-46FD-8E55-B34DE45B7365}" sibTransId="{1BFBBD7A-2B85-4E97-9FF9-65C8DC22330E}"/>
    <dgm:cxn modelId="{5793BC0F-0FF5-45B9-88C4-D98EE0481053}" type="presOf" srcId="{9473AC8A-B5F5-44DA-B5C2-B87844540AA8}" destId="{3164007F-3F17-4BB6-A3AF-05A92740E6E3}" srcOrd="0" destOrd="1" presId="urn:microsoft.com/office/officeart/2005/8/layout/hList1"/>
    <dgm:cxn modelId="{0EEE7D10-1F32-4B42-A53E-2C96E744C5A2}" type="presOf" srcId="{F497D6B6-B57F-4CE0-AE88-39F93ECC6708}" destId="{40F113D8-D54A-4126-976C-AC83A284288E}" srcOrd="0" destOrd="0" presId="urn:microsoft.com/office/officeart/2005/8/layout/hList1"/>
    <dgm:cxn modelId="{EBD1B410-22CF-4367-8CF1-EAD968E8674D}" type="presOf" srcId="{4C6B182C-7D70-457E-B9A3-CF1F2D9CCD99}" destId="{7314B4AC-02F0-43B3-9995-56F28645B721}" srcOrd="0" destOrd="2" presId="urn:microsoft.com/office/officeart/2005/8/layout/hList1"/>
    <dgm:cxn modelId="{B6FD3616-D125-4FB5-A8B3-A58E9164988C}" type="presOf" srcId="{A11DEF0B-0F09-434D-8D88-490F89BB6505}" destId="{7314B4AC-02F0-43B3-9995-56F28645B721}" srcOrd="0" destOrd="1" presId="urn:microsoft.com/office/officeart/2005/8/layout/hList1"/>
    <dgm:cxn modelId="{1F636B30-98F5-42C7-82F2-E17E87772B4E}" srcId="{1084E98D-5280-4F46-8D79-03D7F4D304E4}" destId="{1E3AAEBC-AFB3-4B14-AAAB-5A67A19D459E}" srcOrd="0" destOrd="0" parTransId="{BD0AA65D-67C5-4464-A77B-B5ADDEA3CD81}" sibTransId="{0CB10D29-AE73-4738-ACF8-32A434C2E169}"/>
    <dgm:cxn modelId="{6BB45D32-1220-4CFE-91EA-05EC2ED8B511}" srcId="{F497D6B6-B57F-4CE0-AE88-39F93ECC6708}" destId="{47CCF373-A42D-4224-9132-784C5349249F}" srcOrd="0" destOrd="0" parTransId="{0055951E-FF6F-4BF5-88F3-8E1C7BAD3C1A}" sibTransId="{8BAEE94C-A6AB-4001-B4D8-41CF4FC9300F}"/>
    <dgm:cxn modelId="{A9119733-4298-404C-A900-F328D7838795}" srcId="{47CCF373-A42D-4224-9132-784C5349249F}" destId="{ACA134E1-79C4-4CDA-A8E5-F87D379BB1C3}" srcOrd="3" destOrd="0" parTransId="{56A05C82-2C78-4C37-828E-D0BD977E9C0A}" sibTransId="{A8A50C14-56ED-4E4F-A7E9-39172209C595}"/>
    <dgm:cxn modelId="{73EE2F35-AD34-40C7-B909-200A37626441}" type="presOf" srcId="{CA42DE70-2D19-41B1-B2A8-2C5613F28E58}" destId="{4CDE2F4C-94D2-4455-9460-060F4CEA8761}" srcOrd="0" destOrd="0" presId="urn:microsoft.com/office/officeart/2005/8/layout/hList1"/>
    <dgm:cxn modelId="{8461A75C-A864-4A1B-BB9F-F0EEB23A8955}" srcId="{47CCF373-A42D-4224-9132-784C5349249F}" destId="{A11DEF0B-0F09-434D-8D88-490F89BB6505}" srcOrd="1" destOrd="0" parTransId="{65C74DBC-C750-44C4-9617-DE664F71926E}" sibTransId="{34343EC6-014B-43EB-8309-BE57427BC836}"/>
    <dgm:cxn modelId="{94D4E75C-7087-43F7-A59D-1BA0FE66F690}" srcId="{82FDBB58-977B-4B55-853F-5DD3F5EF9A20}" destId="{CA42DE70-2D19-41B1-B2A8-2C5613F28E58}" srcOrd="0" destOrd="0" parTransId="{D99583F9-D896-4092-97D2-EA371F4ED87C}" sibTransId="{DA2012D0-DE0E-4FB5-9500-C00ACCDDB598}"/>
    <dgm:cxn modelId="{48224F5E-FF78-47E9-B700-455E89831741}" srcId="{1084E98D-5280-4F46-8D79-03D7F4D304E4}" destId="{9473AC8A-B5F5-44DA-B5C2-B87844540AA8}" srcOrd="1" destOrd="0" parTransId="{E5B04AF9-B5FD-4AE4-80DE-DDFFA8802655}" sibTransId="{3607B737-66D7-47DE-9D41-81F560D21477}"/>
    <dgm:cxn modelId="{E50B065F-ED54-4D94-B1AA-16F15A2C67A1}" srcId="{62DB50C4-4DD0-4355-924A-BE262427B5FF}" destId="{74A6234E-534F-4B73-A949-834EB142582B}" srcOrd="1" destOrd="0" parTransId="{46615BDF-61DD-460B-94DF-85A2EBB25FD6}" sibTransId="{72E6F230-3DCD-4C78-BF42-5CCAA885CC61}"/>
    <dgm:cxn modelId="{C961286D-472D-438C-BDF5-3D0137C8A7EE}" type="presOf" srcId="{74A6234E-534F-4B73-A949-834EB142582B}" destId="{28B201BD-64FA-4BDC-8CD3-DA43E95A4085}" srcOrd="0" destOrd="1" presId="urn:microsoft.com/office/officeart/2005/8/layout/hList1"/>
    <dgm:cxn modelId="{9737766D-02FC-4B6B-80AB-21D2DA161719}" type="presOf" srcId="{1084E98D-5280-4F46-8D79-03D7F4D304E4}" destId="{DC73677A-0B23-43F7-8BBD-25B6CD69BE7B}" srcOrd="0" destOrd="0" presId="urn:microsoft.com/office/officeart/2005/8/layout/hList1"/>
    <dgm:cxn modelId="{A796DE51-2B19-4FDA-A352-D986E0E6C1CF}" type="presOf" srcId="{8C44CDD6-CF52-47F4-8DF8-9D37FF36113F}" destId="{7314B4AC-02F0-43B3-9995-56F28645B721}" srcOrd="0" destOrd="4" presId="urn:microsoft.com/office/officeart/2005/8/layout/hList1"/>
    <dgm:cxn modelId="{01F77852-2FAB-4794-9230-4D8D285A57A7}" type="presOf" srcId="{47CCF373-A42D-4224-9132-784C5349249F}" destId="{DD8190A8-5CCD-43A1-9DDA-C04AEE769247}" srcOrd="0" destOrd="0" presId="urn:microsoft.com/office/officeart/2005/8/layout/hList1"/>
    <dgm:cxn modelId="{9CDFB674-A621-4CCB-805F-9B10CBB8C897}" type="presOf" srcId="{ACA134E1-79C4-4CDA-A8E5-F87D379BB1C3}" destId="{7314B4AC-02F0-43B3-9995-56F28645B721}" srcOrd="0" destOrd="3" presId="urn:microsoft.com/office/officeart/2005/8/layout/hList1"/>
    <dgm:cxn modelId="{7B5B4459-D7EC-4A32-9764-883B4AA75FA1}" srcId="{47CCF373-A42D-4224-9132-784C5349249F}" destId="{04667FBD-BAA5-453A-86AF-C866C636A282}" srcOrd="0" destOrd="0" parTransId="{8108C006-845C-4A9F-A385-ED264922C885}" sibTransId="{DA9681E8-F49C-4634-B8E4-04089444D6E3}"/>
    <dgm:cxn modelId="{89EFFEB0-6ACC-4E91-A821-1E97AA38D3F4}" srcId="{47CCF373-A42D-4224-9132-784C5349249F}" destId="{AD509203-53E8-4DD1-B9E0-04E665E56021}" srcOrd="5" destOrd="0" parTransId="{071F7588-2D59-47E5-8AF0-F360C5A4510C}" sibTransId="{30014233-ADF5-4605-8E21-0715386370C1}"/>
    <dgm:cxn modelId="{DCD582B4-E444-4F3F-83EA-93BEDB898AC5}" type="presOf" srcId="{DFBE9DE9-3DF5-4E0F-8A83-B91DD17941C5}" destId="{28B201BD-64FA-4BDC-8CD3-DA43E95A4085}" srcOrd="0" destOrd="0" presId="urn:microsoft.com/office/officeart/2005/8/layout/hList1"/>
    <dgm:cxn modelId="{11A22AB7-E0DA-47F2-ACA2-0F4312166791}" type="presOf" srcId="{1E3AAEBC-AFB3-4B14-AAAB-5A67A19D459E}" destId="{3164007F-3F17-4BB6-A3AF-05A92740E6E3}" srcOrd="0" destOrd="0" presId="urn:microsoft.com/office/officeart/2005/8/layout/hList1"/>
    <dgm:cxn modelId="{AEB33FB9-A056-44E4-B1C8-FE4B6D654FDB}" srcId="{82FDBB58-977B-4B55-853F-5DD3F5EF9A20}" destId="{A9092657-5E36-4EE2-AB25-066262F4A9F2}" srcOrd="1" destOrd="0" parTransId="{89295AEE-9B7B-4A7B-BA72-AFA7FC626149}" sibTransId="{4CA6A9E0-368D-4F8A-B46D-A24BA87B9E41}"/>
    <dgm:cxn modelId="{989B20BA-B6CC-4C75-A399-80D41E9BC431}" srcId="{62DB50C4-4DD0-4355-924A-BE262427B5FF}" destId="{DFBE9DE9-3DF5-4E0F-8A83-B91DD17941C5}" srcOrd="0" destOrd="0" parTransId="{4A6B1E32-3060-4A02-8994-700EB8F66BCF}" sibTransId="{A86147E9-5E04-46CF-8464-95B4873AF272}"/>
    <dgm:cxn modelId="{C8F5E3D2-3E26-43BD-B495-2A7BF9FB6784}" srcId="{47CCF373-A42D-4224-9132-784C5349249F}" destId="{8C44CDD6-CF52-47F4-8DF8-9D37FF36113F}" srcOrd="4" destOrd="0" parTransId="{07758E13-76AC-4BF2-AF48-BB0FDB70825A}" sibTransId="{08B7F168-D6C6-49B0-9867-227BCB2031CA}"/>
    <dgm:cxn modelId="{782B70D3-4B99-4FF4-90DA-8ED18A3CB797}" srcId="{F497D6B6-B57F-4CE0-AE88-39F93ECC6708}" destId="{62DB50C4-4DD0-4355-924A-BE262427B5FF}" srcOrd="3" destOrd="0" parTransId="{E2A4B188-13C9-4046-BF36-61B260DBF8C1}" sibTransId="{A3807E6A-29A3-4B69-9C45-31E2603095CD}"/>
    <dgm:cxn modelId="{758C56D3-3BAB-40BC-B282-109F8B03D494}" type="presOf" srcId="{62DB50C4-4DD0-4355-924A-BE262427B5FF}" destId="{172E5FB0-EA92-4779-9D2D-B2F40058F259}" srcOrd="0" destOrd="0" presId="urn:microsoft.com/office/officeart/2005/8/layout/hList1"/>
    <dgm:cxn modelId="{584EA3D6-96F8-441C-9766-2967FBD50465}" type="presOf" srcId="{04667FBD-BAA5-453A-86AF-C866C636A282}" destId="{7314B4AC-02F0-43B3-9995-56F28645B721}" srcOrd="0" destOrd="0" presId="urn:microsoft.com/office/officeart/2005/8/layout/hList1"/>
    <dgm:cxn modelId="{51D7A0D9-7B15-4C62-B4C9-AD0DCB1D6891}" type="presOf" srcId="{82FDBB58-977B-4B55-853F-5DD3F5EF9A20}" destId="{D8090840-2515-41C7-B74B-0EE9F5FC052E}" srcOrd="0" destOrd="0" presId="urn:microsoft.com/office/officeart/2005/8/layout/hList1"/>
    <dgm:cxn modelId="{78105AE3-46A0-4975-BED8-F3047A7D4FB8}" srcId="{F497D6B6-B57F-4CE0-AE88-39F93ECC6708}" destId="{82FDBB58-977B-4B55-853F-5DD3F5EF9A20}" srcOrd="1" destOrd="0" parTransId="{08893064-E1E8-4D63-9EA1-36A8EDB10D7E}" sibTransId="{E86E5FE9-ADB3-4520-8B11-F746FA67BED8}"/>
    <dgm:cxn modelId="{B5ABAAF2-1BDE-439B-994F-6D0C4B96DE8F}" type="presOf" srcId="{A9092657-5E36-4EE2-AB25-066262F4A9F2}" destId="{4CDE2F4C-94D2-4455-9460-060F4CEA8761}" srcOrd="0" destOrd="1" presId="urn:microsoft.com/office/officeart/2005/8/layout/hList1"/>
    <dgm:cxn modelId="{B5DA63F8-723F-4613-B4BD-02052E58BB2B}" srcId="{F497D6B6-B57F-4CE0-AE88-39F93ECC6708}" destId="{1084E98D-5280-4F46-8D79-03D7F4D304E4}" srcOrd="2" destOrd="0" parTransId="{AD38FC1B-C515-4053-9A5B-D09C85E6D64B}" sibTransId="{DFDCFC7B-4CEC-4286-9F9E-11CD20F68591}"/>
    <dgm:cxn modelId="{9F6641EB-6767-4613-A6E4-EA62E0E60794}" type="presParOf" srcId="{40F113D8-D54A-4126-976C-AC83A284288E}" destId="{70DBC0F9-C2A8-43EB-9C33-C5487F7CF7AF}" srcOrd="0" destOrd="0" presId="urn:microsoft.com/office/officeart/2005/8/layout/hList1"/>
    <dgm:cxn modelId="{243238A4-9490-4BB7-8838-2D63B9B1D2CD}" type="presParOf" srcId="{70DBC0F9-C2A8-43EB-9C33-C5487F7CF7AF}" destId="{DD8190A8-5CCD-43A1-9DDA-C04AEE769247}" srcOrd="0" destOrd="0" presId="urn:microsoft.com/office/officeart/2005/8/layout/hList1"/>
    <dgm:cxn modelId="{6C69614F-6FC0-4460-81E2-328C417CD287}" type="presParOf" srcId="{70DBC0F9-C2A8-43EB-9C33-C5487F7CF7AF}" destId="{7314B4AC-02F0-43B3-9995-56F28645B721}" srcOrd="1" destOrd="0" presId="urn:microsoft.com/office/officeart/2005/8/layout/hList1"/>
    <dgm:cxn modelId="{9D7CBF7D-A8BC-4A3B-BAC1-38273FEB275E}" type="presParOf" srcId="{40F113D8-D54A-4126-976C-AC83A284288E}" destId="{82AA6FE4-E7AE-4835-81EC-B1EEC4F51ED4}" srcOrd="1" destOrd="0" presId="urn:microsoft.com/office/officeart/2005/8/layout/hList1"/>
    <dgm:cxn modelId="{6170ED6A-57F1-4F18-85C8-362B91109B41}" type="presParOf" srcId="{40F113D8-D54A-4126-976C-AC83A284288E}" destId="{D0D00EAF-FBD0-4C4D-828E-C91B4BC5A0F4}" srcOrd="2" destOrd="0" presId="urn:microsoft.com/office/officeart/2005/8/layout/hList1"/>
    <dgm:cxn modelId="{609B2D99-53A9-41E1-9F03-95C5E67C0CD1}" type="presParOf" srcId="{D0D00EAF-FBD0-4C4D-828E-C91B4BC5A0F4}" destId="{D8090840-2515-41C7-B74B-0EE9F5FC052E}" srcOrd="0" destOrd="0" presId="urn:microsoft.com/office/officeart/2005/8/layout/hList1"/>
    <dgm:cxn modelId="{E133B784-1975-4CA8-8F33-30E67E6AF62B}" type="presParOf" srcId="{D0D00EAF-FBD0-4C4D-828E-C91B4BC5A0F4}" destId="{4CDE2F4C-94D2-4455-9460-060F4CEA8761}" srcOrd="1" destOrd="0" presId="urn:microsoft.com/office/officeart/2005/8/layout/hList1"/>
    <dgm:cxn modelId="{2DB6A9D7-D6AC-4B36-9301-D97E95D66A70}" type="presParOf" srcId="{40F113D8-D54A-4126-976C-AC83A284288E}" destId="{5AC06464-E5FE-49B7-B551-20358123A12A}" srcOrd="3" destOrd="0" presId="urn:microsoft.com/office/officeart/2005/8/layout/hList1"/>
    <dgm:cxn modelId="{F131EB1B-B9AB-4DFC-93EC-497072C849E2}" type="presParOf" srcId="{40F113D8-D54A-4126-976C-AC83A284288E}" destId="{C2DEB957-C1D4-48D6-91DB-3F8F058A10D7}" srcOrd="4" destOrd="0" presId="urn:microsoft.com/office/officeart/2005/8/layout/hList1"/>
    <dgm:cxn modelId="{F6B7EB98-0701-4970-B585-202522AC73AF}" type="presParOf" srcId="{C2DEB957-C1D4-48D6-91DB-3F8F058A10D7}" destId="{DC73677A-0B23-43F7-8BBD-25B6CD69BE7B}" srcOrd="0" destOrd="0" presId="urn:microsoft.com/office/officeart/2005/8/layout/hList1"/>
    <dgm:cxn modelId="{7E8847EC-AE27-4552-95C1-5C46ED13D23A}" type="presParOf" srcId="{C2DEB957-C1D4-48D6-91DB-3F8F058A10D7}" destId="{3164007F-3F17-4BB6-A3AF-05A92740E6E3}" srcOrd="1" destOrd="0" presId="urn:microsoft.com/office/officeart/2005/8/layout/hList1"/>
    <dgm:cxn modelId="{BD5FF28A-3804-4C57-BC32-240D8ED781CD}" type="presParOf" srcId="{40F113D8-D54A-4126-976C-AC83A284288E}" destId="{F7B23F46-C444-4F5A-B4FD-306FBF83714D}" srcOrd="5" destOrd="0" presId="urn:microsoft.com/office/officeart/2005/8/layout/hList1"/>
    <dgm:cxn modelId="{F2F552E1-1158-49F3-BB5B-7FC789270572}" type="presParOf" srcId="{40F113D8-D54A-4126-976C-AC83A284288E}" destId="{B5DFEB02-8D61-451C-9D20-4DB2A1DB1247}" srcOrd="6" destOrd="0" presId="urn:microsoft.com/office/officeart/2005/8/layout/hList1"/>
    <dgm:cxn modelId="{4EE10F60-E4F8-4231-A2C4-991E9CD70E25}" type="presParOf" srcId="{B5DFEB02-8D61-451C-9D20-4DB2A1DB1247}" destId="{172E5FB0-EA92-4779-9D2D-B2F40058F259}" srcOrd="0" destOrd="0" presId="urn:microsoft.com/office/officeart/2005/8/layout/hList1"/>
    <dgm:cxn modelId="{39D205BF-47DA-4FD5-ADCA-C95C7AAC4C9B}" type="presParOf" srcId="{B5DFEB02-8D61-451C-9D20-4DB2A1DB1247}" destId="{28B201BD-64FA-4BDC-8CD3-DA43E95A40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B8E24BF-CAE8-4B0C-8DC7-0FDE5EA4477D}" type="doc">
      <dgm:prSet loTypeId="urn:microsoft.com/office/officeart/2005/8/layout/b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6CEA2F3-BE0B-4F6F-9EA8-C3D4B5048302}">
      <dgm:prSet/>
      <dgm:spPr/>
      <dgm:t>
        <a:bodyPr/>
        <a:lstStyle/>
        <a:p>
          <a:r>
            <a:rPr lang="en-US" b="1" i="0">
              <a:latin typeface="Aptos"/>
            </a:rPr>
            <a:t>1. Memory-corruption RCEs </a:t>
          </a:r>
          <a:endParaRPr lang="en-US">
            <a:latin typeface="Aptos"/>
          </a:endParaRPr>
        </a:p>
      </dgm:t>
    </dgm:pt>
    <dgm:pt modelId="{5644F65A-A5D0-4086-8E9F-2A1E39D0C520}" type="parTrans" cxnId="{3F7E49DF-8831-487C-8F1A-6553C7AB040A}">
      <dgm:prSet/>
      <dgm:spPr/>
      <dgm:t>
        <a:bodyPr/>
        <a:lstStyle/>
        <a:p>
          <a:endParaRPr lang="en-US"/>
        </a:p>
      </dgm:t>
    </dgm:pt>
    <dgm:pt modelId="{8008405E-A7E4-4A74-A614-6AB09A15A507}" type="sibTrans" cxnId="{3F7E49DF-8831-487C-8F1A-6553C7AB040A}">
      <dgm:prSet/>
      <dgm:spPr/>
      <dgm:t>
        <a:bodyPr/>
        <a:lstStyle/>
        <a:p>
          <a:endParaRPr lang="en-US"/>
        </a:p>
      </dgm:t>
    </dgm:pt>
    <dgm:pt modelId="{338BE363-BBC4-4AA1-9F0B-90A719E4250B}">
      <dgm:prSet/>
      <dgm:spPr/>
      <dgm:t>
        <a:bodyPr/>
        <a:lstStyle/>
        <a:p>
          <a:r>
            <a:rPr lang="en-US" b="0" i="0">
              <a:latin typeface="Aptos"/>
            </a:rPr>
            <a:t>- Exploits flaws in native code that let an attacker overwrite memory and hijack control flow (return addresses, function pointers).</a:t>
          </a:r>
          <a:endParaRPr lang="en-US">
            <a:latin typeface="Aptos"/>
          </a:endParaRPr>
        </a:p>
      </dgm:t>
    </dgm:pt>
    <dgm:pt modelId="{C42A29C3-6EBE-4EA4-98FD-C30020886B35}" type="parTrans" cxnId="{4EA28927-534E-4E9A-A9C8-0D327076B0E7}">
      <dgm:prSet/>
      <dgm:spPr/>
      <dgm:t>
        <a:bodyPr/>
        <a:lstStyle/>
        <a:p>
          <a:endParaRPr lang="en-US"/>
        </a:p>
      </dgm:t>
    </dgm:pt>
    <dgm:pt modelId="{41542F28-BA40-4F6B-B645-23F1C41B37D8}" type="sibTrans" cxnId="{4EA28927-534E-4E9A-A9C8-0D327076B0E7}">
      <dgm:prSet/>
      <dgm:spPr/>
      <dgm:t>
        <a:bodyPr/>
        <a:lstStyle/>
        <a:p>
          <a:endParaRPr lang="en-US"/>
        </a:p>
      </dgm:t>
    </dgm:pt>
    <dgm:pt modelId="{5D76A8ED-3B58-4F43-90B0-A0757734D1F3}">
      <dgm:prSet/>
      <dgm:spPr/>
      <dgm:t>
        <a:bodyPr/>
        <a:lstStyle/>
        <a:p>
          <a:r>
            <a:rPr lang="en-US" b="1" i="0">
              <a:latin typeface="Aptos"/>
            </a:rPr>
            <a:t>2. Command Injection / OS Command Execution</a:t>
          </a:r>
          <a:endParaRPr lang="en-US">
            <a:latin typeface="Aptos"/>
          </a:endParaRPr>
        </a:p>
      </dgm:t>
    </dgm:pt>
    <dgm:pt modelId="{F229A4D5-D875-428F-863A-E836FC4F4B11}" type="parTrans" cxnId="{8E1FDE01-D8C1-4A40-9155-E28791974332}">
      <dgm:prSet/>
      <dgm:spPr/>
      <dgm:t>
        <a:bodyPr/>
        <a:lstStyle/>
        <a:p>
          <a:endParaRPr lang="en-US"/>
        </a:p>
      </dgm:t>
    </dgm:pt>
    <dgm:pt modelId="{A7EA072D-64BC-486F-B110-FEFAF2D764FB}" type="sibTrans" cxnId="{8E1FDE01-D8C1-4A40-9155-E28791974332}">
      <dgm:prSet/>
      <dgm:spPr/>
      <dgm:t>
        <a:bodyPr/>
        <a:lstStyle/>
        <a:p>
          <a:endParaRPr lang="en-US"/>
        </a:p>
      </dgm:t>
    </dgm:pt>
    <dgm:pt modelId="{C92ACDCE-C8F3-4847-8668-16FD7B6D2A38}">
      <dgm:prSet/>
      <dgm:spPr/>
      <dgm:t>
        <a:bodyPr/>
        <a:lstStyle/>
        <a:p>
          <a:r>
            <a:rPr lang="en-US" b="0" i="0">
              <a:latin typeface="Aptos"/>
            </a:rPr>
            <a:t>- Application constructs shell/OS commands using untrusted input and executes them (e.g., via system(), exec()).</a:t>
          </a:r>
          <a:endParaRPr lang="en-US">
            <a:latin typeface="Aptos"/>
          </a:endParaRPr>
        </a:p>
      </dgm:t>
    </dgm:pt>
    <dgm:pt modelId="{E8E84F10-B72D-440B-9751-FD9382421763}" type="parTrans" cxnId="{673DED70-7D6E-4B6A-93C1-99171326A19E}">
      <dgm:prSet/>
      <dgm:spPr/>
      <dgm:t>
        <a:bodyPr/>
        <a:lstStyle/>
        <a:p>
          <a:endParaRPr lang="en-US"/>
        </a:p>
      </dgm:t>
    </dgm:pt>
    <dgm:pt modelId="{EDE06EF9-43EC-4FD4-9EE1-8001DD424A63}" type="sibTrans" cxnId="{673DED70-7D6E-4B6A-93C1-99171326A19E}">
      <dgm:prSet/>
      <dgm:spPr/>
      <dgm:t>
        <a:bodyPr/>
        <a:lstStyle/>
        <a:p>
          <a:endParaRPr lang="en-US"/>
        </a:p>
      </dgm:t>
    </dgm:pt>
    <dgm:pt modelId="{62F8912E-311F-4D6A-B693-6C1882F3BC49}">
      <dgm:prSet/>
      <dgm:spPr/>
      <dgm:t>
        <a:bodyPr/>
        <a:lstStyle/>
        <a:p>
          <a:r>
            <a:rPr lang="en-US" b="1" i="0">
              <a:latin typeface="Aptos"/>
            </a:rPr>
            <a:t>3. Deserialization vulnerabilities</a:t>
          </a:r>
          <a:endParaRPr lang="en-US">
            <a:latin typeface="Aptos"/>
          </a:endParaRPr>
        </a:p>
      </dgm:t>
    </dgm:pt>
    <dgm:pt modelId="{FF30EF26-63CF-40FB-875E-46FCCDCE56E5}" type="parTrans" cxnId="{4963DD87-22B3-4DB9-9C39-44394161A081}">
      <dgm:prSet/>
      <dgm:spPr/>
      <dgm:t>
        <a:bodyPr/>
        <a:lstStyle/>
        <a:p>
          <a:endParaRPr lang="en-US"/>
        </a:p>
      </dgm:t>
    </dgm:pt>
    <dgm:pt modelId="{A786B33D-F342-4F2A-8BD1-9CDB2F4AEE60}" type="sibTrans" cxnId="{4963DD87-22B3-4DB9-9C39-44394161A081}">
      <dgm:prSet/>
      <dgm:spPr/>
      <dgm:t>
        <a:bodyPr/>
        <a:lstStyle/>
        <a:p>
          <a:endParaRPr lang="en-US"/>
        </a:p>
      </dgm:t>
    </dgm:pt>
    <dgm:pt modelId="{A7D7E4C7-8599-464F-8000-FD2C77708B70}">
      <dgm:prSet/>
      <dgm:spPr/>
      <dgm:t>
        <a:bodyPr/>
        <a:lstStyle/>
        <a:p>
          <a:r>
            <a:rPr lang="en-US" b="0" i="0">
              <a:latin typeface="Aptos"/>
            </a:rPr>
            <a:t>- Unsafe deserialization of untrusted serialized objects allows execution of arbitrary classes/methods.</a:t>
          </a:r>
          <a:endParaRPr lang="en-US">
            <a:latin typeface="Aptos"/>
          </a:endParaRPr>
        </a:p>
      </dgm:t>
    </dgm:pt>
    <dgm:pt modelId="{BB1EC05F-0D9E-4021-B272-9D77BD125814}" type="parTrans" cxnId="{10E478CA-3298-4A4E-A0F9-BB1A2550BE38}">
      <dgm:prSet/>
      <dgm:spPr/>
      <dgm:t>
        <a:bodyPr/>
        <a:lstStyle/>
        <a:p>
          <a:endParaRPr lang="en-US"/>
        </a:p>
      </dgm:t>
    </dgm:pt>
    <dgm:pt modelId="{8E7E7984-84A0-4F40-9A01-B62E1CDDFBD7}" type="sibTrans" cxnId="{10E478CA-3298-4A4E-A0F9-BB1A2550BE38}">
      <dgm:prSet/>
      <dgm:spPr/>
      <dgm:t>
        <a:bodyPr/>
        <a:lstStyle/>
        <a:p>
          <a:endParaRPr lang="en-US"/>
        </a:p>
      </dgm:t>
    </dgm:pt>
    <dgm:pt modelId="{C8445FCA-1065-454D-AE67-675D2743C7C2}">
      <dgm:prSet/>
      <dgm:spPr/>
      <dgm:t>
        <a:bodyPr/>
        <a:lstStyle/>
        <a:p>
          <a:r>
            <a:rPr lang="en-US" b="1" i="0">
              <a:latin typeface="Aptos"/>
            </a:rPr>
            <a:t>4. Remote file upload </a:t>
          </a:r>
          <a:endParaRPr lang="en-US">
            <a:latin typeface="Aptos"/>
          </a:endParaRPr>
        </a:p>
      </dgm:t>
    </dgm:pt>
    <dgm:pt modelId="{C128ACC9-FC4F-4129-9CEF-69046D2512A3}" type="parTrans" cxnId="{15F41EEC-86B0-4988-A7C2-B2FE690564C9}">
      <dgm:prSet/>
      <dgm:spPr/>
      <dgm:t>
        <a:bodyPr/>
        <a:lstStyle/>
        <a:p>
          <a:endParaRPr lang="en-US"/>
        </a:p>
      </dgm:t>
    </dgm:pt>
    <dgm:pt modelId="{A8A27B41-A03B-4173-AC50-EB81EE64A7F5}" type="sibTrans" cxnId="{15F41EEC-86B0-4988-A7C2-B2FE690564C9}">
      <dgm:prSet/>
      <dgm:spPr/>
      <dgm:t>
        <a:bodyPr/>
        <a:lstStyle/>
        <a:p>
          <a:endParaRPr lang="en-US"/>
        </a:p>
      </dgm:t>
    </dgm:pt>
    <dgm:pt modelId="{C0F053AA-EA6D-4D54-8D98-02DA0393314B}">
      <dgm:prSet/>
      <dgm:spPr/>
      <dgm:t>
        <a:bodyPr/>
        <a:lstStyle/>
        <a:p>
          <a:r>
            <a:rPr lang="en-US" b="0" i="0">
              <a:latin typeface="Aptos"/>
            </a:rPr>
            <a:t>- Uploading files that are later executed or interpreted by the server.</a:t>
          </a:r>
          <a:endParaRPr lang="en-US">
            <a:latin typeface="Aptos"/>
          </a:endParaRPr>
        </a:p>
      </dgm:t>
    </dgm:pt>
    <dgm:pt modelId="{8E39FADC-925E-4F33-9E20-E9A754AEB8F5}" type="parTrans" cxnId="{C66B4DAF-E1FC-4082-AC98-413BA275D8E4}">
      <dgm:prSet/>
      <dgm:spPr/>
      <dgm:t>
        <a:bodyPr/>
        <a:lstStyle/>
        <a:p>
          <a:endParaRPr lang="en-US"/>
        </a:p>
      </dgm:t>
    </dgm:pt>
    <dgm:pt modelId="{2E57CFC7-34AD-44FB-9C03-0EBB877DEF00}" type="sibTrans" cxnId="{C66B4DAF-E1FC-4082-AC98-413BA275D8E4}">
      <dgm:prSet/>
      <dgm:spPr/>
      <dgm:t>
        <a:bodyPr/>
        <a:lstStyle/>
        <a:p>
          <a:endParaRPr lang="en-US"/>
        </a:p>
      </dgm:t>
    </dgm:pt>
    <dgm:pt modelId="{99225AE9-56B8-452E-B03E-7A6F118BF1AE}">
      <dgm:prSet/>
      <dgm:spPr/>
      <dgm:t>
        <a:bodyPr/>
        <a:lstStyle/>
        <a:p>
          <a:r>
            <a:rPr lang="en-US" b="1" i="0">
              <a:latin typeface="Aptos"/>
            </a:rPr>
            <a:t>5. Insecure use of eval / dynamic code execution</a:t>
          </a:r>
          <a:endParaRPr lang="en-US">
            <a:latin typeface="Aptos"/>
          </a:endParaRPr>
        </a:p>
      </dgm:t>
    </dgm:pt>
    <dgm:pt modelId="{61C12509-C706-4B6A-A1D1-4A5342A4BE44}" type="parTrans" cxnId="{83449DDE-6E39-4826-BE86-45465805F46D}">
      <dgm:prSet/>
      <dgm:spPr/>
      <dgm:t>
        <a:bodyPr/>
        <a:lstStyle/>
        <a:p>
          <a:endParaRPr lang="en-US"/>
        </a:p>
      </dgm:t>
    </dgm:pt>
    <dgm:pt modelId="{689FCAF6-11A0-43B3-957C-6EAEA2D112CF}" type="sibTrans" cxnId="{83449DDE-6E39-4826-BE86-45465805F46D}">
      <dgm:prSet/>
      <dgm:spPr/>
      <dgm:t>
        <a:bodyPr/>
        <a:lstStyle/>
        <a:p>
          <a:endParaRPr lang="en-US"/>
        </a:p>
      </dgm:t>
    </dgm:pt>
    <dgm:pt modelId="{123F821B-3FE6-4F7E-9772-726846A0DE17}">
      <dgm:prSet/>
      <dgm:spPr/>
      <dgm:t>
        <a:bodyPr/>
        <a:lstStyle/>
        <a:p>
          <a:r>
            <a:rPr lang="en-US" b="0" i="0">
              <a:latin typeface="Aptos"/>
            </a:rPr>
            <a:t>- Use of eval() or equivalent on user-controlled input in languages like JavaScript, Python, Ruby etc.</a:t>
          </a:r>
          <a:endParaRPr lang="en-US">
            <a:latin typeface="Aptos"/>
          </a:endParaRPr>
        </a:p>
      </dgm:t>
    </dgm:pt>
    <dgm:pt modelId="{C0471EE1-552F-41E6-AD3B-7867003D63F3}" type="parTrans" cxnId="{EB35BD82-A70D-45F6-8235-7C1BA883D82E}">
      <dgm:prSet/>
      <dgm:spPr/>
      <dgm:t>
        <a:bodyPr/>
        <a:lstStyle/>
        <a:p>
          <a:endParaRPr lang="en-US"/>
        </a:p>
      </dgm:t>
    </dgm:pt>
    <dgm:pt modelId="{F9D01C93-8F83-43DF-93B5-BD89C5EFE664}" type="sibTrans" cxnId="{EB35BD82-A70D-45F6-8235-7C1BA883D82E}">
      <dgm:prSet/>
      <dgm:spPr/>
      <dgm:t>
        <a:bodyPr/>
        <a:lstStyle/>
        <a:p>
          <a:endParaRPr lang="en-US"/>
        </a:p>
      </dgm:t>
    </dgm:pt>
    <dgm:pt modelId="{00C7803A-0DCA-4F12-B339-6E46C90AC547}">
      <dgm:prSet/>
      <dgm:spPr/>
      <dgm:t>
        <a:bodyPr/>
        <a:lstStyle/>
        <a:p>
          <a:r>
            <a:rPr lang="en-US" b="1" i="0">
              <a:latin typeface="Aptos"/>
            </a:rPr>
            <a:t>6. Zero-day vs Known-vulnerability RCE </a:t>
          </a:r>
          <a:endParaRPr lang="en-US">
            <a:latin typeface="Aptos"/>
          </a:endParaRPr>
        </a:p>
      </dgm:t>
    </dgm:pt>
    <dgm:pt modelId="{BD318C68-C44D-4639-8DB8-197CD606F3BC}" type="parTrans" cxnId="{0F860B4B-4EF1-485C-8F9F-D039B48F23F3}">
      <dgm:prSet/>
      <dgm:spPr/>
      <dgm:t>
        <a:bodyPr/>
        <a:lstStyle/>
        <a:p>
          <a:endParaRPr lang="en-US"/>
        </a:p>
      </dgm:t>
    </dgm:pt>
    <dgm:pt modelId="{D8D84E95-4EA5-4550-B157-3EED0B467D46}" type="sibTrans" cxnId="{0F860B4B-4EF1-485C-8F9F-D039B48F23F3}">
      <dgm:prSet/>
      <dgm:spPr/>
      <dgm:t>
        <a:bodyPr/>
        <a:lstStyle/>
        <a:p>
          <a:endParaRPr lang="en-US"/>
        </a:p>
      </dgm:t>
    </dgm:pt>
    <dgm:pt modelId="{F0D0D2DC-D2CE-4FF8-854D-8FBCA43D4DD6}">
      <dgm:prSet/>
      <dgm:spPr/>
      <dgm:t>
        <a:bodyPr/>
        <a:lstStyle/>
        <a:p>
          <a:r>
            <a:rPr lang="en-US" b="1" i="0">
              <a:latin typeface="Aptos"/>
            </a:rPr>
            <a:t>Zero-day:</a:t>
          </a:r>
          <a:r>
            <a:rPr lang="en-US" b="0" i="0">
              <a:latin typeface="Aptos"/>
            </a:rPr>
            <a:t> Exploited before vendor knows</a:t>
          </a:r>
          <a:endParaRPr lang="en-US">
            <a:latin typeface="Aptos"/>
          </a:endParaRPr>
        </a:p>
      </dgm:t>
    </dgm:pt>
    <dgm:pt modelId="{A380F110-1892-43FF-A937-51E967DDF1BE}" type="parTrans" cxnId="{6969C0CF-05F6-4A63-B580-97B443A120E6}">
      <dgm:prSet/>
      <dgm:spPr/>
      <dgm:t>
        <a:bodyPr/>
        <a:lstStyle/>
        <a:p>
          <a:endParaRPr lang="en-US"/>
        </a:p>
      </dgm:t>
    </dgm:pt>
    <dgm:pt modelId="{62739DCE-A7BB-4DB0-85F0-3FB4167DCE66}" type="sibTrans" cxnId="{6969C0CF-05F6-4A63-B580-97B443A120E6}">
      <dgm:prSet/>
      <dgm:spPr/>
      <dgm:t>
        <a:bodyPr/>
        <a:lstStyle/>
        <a:p>
          <a:endParaRPr lang="en-US"/>
        </a:p>
      </dgm:t>
    </dgm:pt>
    <dgm:pt modelId="{CBDAFBF0-C699-4B75-ACC6-B5D981594461}">
      <dgm:prSet/>
      <dgm:spPr/>
      <dgm:t>
        <a:bodyPr/>
        <a:lstStyle/>
        <a:p>
          <a:r>
            <a:rPr lang="en-US" b="1" i="0">
              <a:latin typeface="Aptos"/>
            </a:rPr>
            <a:t>Known / unpatched:</a:t>
          </a:r>
          <a:r>
            <a:rPr lang="en-US" b="0" i="0">
              <a:latin typeface="Aptos"/>
            </a:rPr>
            <a:t> Vendor has released a patch; the vector is usually poor patch management</a:t>
          </a:r>
          <a:endParaRPr lang="en-US">
            <a:latin typeface="Aptos"/>
          </a:endParaRPr>
        </a:p>
      </dgm:t>
    </dgm:pt>
    <dgm:pt modelId="{6198454E-976E-4574-BEDC-C95CAF210459}" type="parTrans" cxnId="{1197E73B-7FF3-44E1-98FF-7FE02FE36F7F}">
      <dgm:prSet/>
      <dgm:spPr/>
      <dgm:t>
        <a:bodyPr/>
        <a:lstStyle/>
        <a:p>
          <a:endParaRPr lang="en-US"/>
        </a:p>
      </dgm:t>
    </dgm:pt>
    <dgm:pt modelId="{898105FB-216B-41A0-959F-E989D157D75A}" type="sibTrans" cxnId="{1197E73B-7FF3-44E1-98FF-7FE02FE36F7F}">
      <dgm:prSet/>
      <dgm:spPr/>
      <dgm:t>
        <a:bodyPr/>
        <a:lstStyle/>
        <a:p>
          <a:endParaRPr lang="en-US"/>
        </a:p>
      </dgm:t>
    </dgm:pt>
    <dgm:pt modelId="{6CBEAB4E-34AD-4D32-9A06-8C11124D7633}">
      <dgm:prSet/>
      <dgm:spPr/>
      <dgm:t>
        <a:bodyPr/>
        <a:lstStyle/>
        <a:p>
          <a:r>
            <a:rPr lang="en-US" b="1" i="0">
              <a:latin typeface="Aptos"/>
            </a:rPr>
            <a:t>7. Immediate (Reflected) RCE:</a:t>
          </a:r>
          <a:r>
            <a:rPr lang="en-US" b="0" i="0">
              <a:latin typeface="Aptos"/>
            </a:rPr>
            <a:t> Code executes right away when the malicious input is processed.</a:t>
          </a:r>
          <a:endParaRPr lang="en-US">
            <a:latin typeface="Aptos"/>
          </a:endParaRPr>
        </a:p>
      </dgm:t>
    </dgm:pt>
    <dgm:pt modelId="{45652487-41F0-4C2C-8CB0-DDC12CC776DA}" type="parTrans" cxnId="{A217BDD6-AFF1-4D9D-A772-B385338E3923}">
      <dgm:prSet/>
      <dgm:spPr/>
      <dgm:t>
        <a:bodyPr/>
        <a:lstStyle/>
        <a:p>
          <a:endParaRPr lang="en-US"/>
        </a:p>
      </dgm:t>
    </dgm:pt>
    <dgm:pt modelId="{AAD33071-63B4-478F-955B-CD4EF8C34EDC}" type="sibTrans" cxnId="{A217BDD6-AFF1-4D9D-A772-B385338E3923}">
      <dgm:prSet/>
      <dgm:spPr/>
      <dgm:t>
        <a:bodyPr/>
        <a:lstStyle/>
        <a:p>
          <a:endParaRPr lang="en-US"/>
        </a:p>
      </dgm:t>
    </dgm:pt>
    <dgm:pt modelId="{12944B6A-C5DD-40DA-A25B-54E50ACC8C32}">
      <dgm:prSet/>
      <dgm:spPr/>
      <dgm:t>
        <a:bodyPr/>
        <a:lstStyle/>
        <a:p>
          <a:r>
            <a:rPr lang="en-US" b="1" i="0">
              <a:latin typeface="Aptos"/>
            </a:rPr>
            <a:t>8. Stored (Persistent) RCE</a:t>
          </a:r>
          <a:r>
            <a:rPr lang="en-US" b="0" i="0">
              <a:latin typeface="Aptos"/>
            </a:rPr>
            <a:t>: Malicious code is saved (example, in a database or file) and executed later when the system processes it.</a:t>
          </a:r>
          <a:endParaRPr lang="en-US">
            <a:latin typeface="Aptos"/>
          </a:endParaRPr>
        </a:p>
      </dgm:t>
    </dgm:pt>
    <dgm:pt modelId="{39CAEF34-4542-40F1-9525-0EE7A4C4958D}" type="parTrans" cxnId="{E545FCB1-0742-433C-B152-2BC6359FE8A2}">
      <dgm:prSet/>
      <dgm:spPr/>
      <dgm:t>
        <a:bodyPr/>
        <a:lstStyle/>
        <a:p>
          <a:endParaRPr lang="en-US"/>
        </a:p>
      </dgm:t>
    </dgm:pt>
    <dgm:pt modelId="{1FAA631F-A184-45B6-B1A8-764A42F53799}" type="sibTrans" cxnId="{E545FCB1-0742-433C-B152-2BC6359FE8A2}">
      <dgm:prSet/>
      <dgm:spPr/>
      <dgm:t>
        <a:bodyPr/>
        <a:lstStyle/>
        <a:p>
          <a:endParaRPr lang="en-US"/>
        </a:p>
      </dgm:t>
    </dgm:pt>
    <dgm:pt modelId="{781A1CDC-071F-4E7E-B7BD-119D45263B98}" type="pres">
      <dgm:prSet presAssocID="{0B8E24BF-CAE8-4B0C-8DC7-0FDE5EA4477D}" presName="Name0" presStyleCnt="0">
        <dgm:presLayoutVars>
          <dgm:dir/>
          <dgm:resizeHandles/>
        </dgm:presLayoutVars>
      </dgm:prSet>
      <dgm:spPr/>
    </dgm:pt>
    <dgm:pt modelId="{D871F93F-8432-49B1-95C7-C013B12C13A5}" type="pres">
      <dgm:prSet presAssocID="{36CEA2F3-BE0B-4F6F-9EA8-C3D4B5048302}" presName="compNode" presStyleCnt="0"/>
      <dgm:spPr/>
    </dgm:pt>
    <dgm:pt modelId="{A44999B7-2AF9-4DCC-8DEA-75CAAE0CF7F3}" type="pres">
      <dgm:prSet presAssocID="{36CEA2F3-BE0B-4F6F-9EA8-C3D4B5048302}" presName="dummyConnPt" presStyleCnt="0"/>
      <dgm:spPr/>
    </dgm:pt>
    <dgm:pt modelId="{24DD6C46-B107-4C1E-9DEF-CFC648F5AB64}" type="pres">
      <dgm:prSet presAssocID="{36CEA2F3-BE0B-4F6F-9EA8-C3D4B5048302}" presName="node" presStyleLbl="node1" presStyleIdx="0" presStyleCnt="15">
        <dgm:presLayoutVars>
          <dgm:bulletEnabled val="1"/>
        </dgm:presLayoutVars>
      </dgm:prSet>
      <dgm:spPr/>
    </dgm:pt>
    <dgm:pt modelId="{7CA4C08F-0C71-473D-8074-E67A21B389B3}" type="pres">
      <dgm:prSet presAssocID="{8008405E-A7E4-4A74-A614-6AB09A15A507}" presName="sibTrans" presStyleLbl="bgSibTrans2D1" presStyleIdx="0" presStyleCnt="14"/>
      <dgm:spPr/>
    </dgm:pt>
    <dgm:pt modelId="{B8BDEFB8-8743-4968-837A-B5860385E097}" type="pres">
      <dgm:prSet presAssocID="{338BE363-BBC4-4AA1-9F0B-90A719E4250B}" presName="compNode" presStyleCnt="0"/>
      <dgm:spPr/>
    </dgm:pt>
    <dgm:pt modelId="{5B291714-6131-459A-9580-44D7B36AF656}" type="pres">
      <dgm:prSet presAssocID="{338BE363-BBC4-4AA1-9F0B-90A719E4250B}" presName="dummyConnPt" presStyleCnt="0"/>
      <dgm:spPr/>
    </dgm:pt>
    <dgm:pt modelId="{88EBA534-AAFF-4E0B-AA8F-BE95EAA63D8B}" type="pres">
      <dgm:prSet presAssocID="{338BE363-BBC4-4AA1-9F0B-90A719E4250B}" presName="node" presStyleLbl="node1" presStyleIdx="1" presStyleCnt="15">
        <dgm:presLayoutVars>
          <dgm:bulletEnabled val="1"/>
        </dgm:presLayoutVars>
      </dgm:prSet>
      <dgm:spPr/>
    </dgm:pt>
    <dgm:pt modelId="{1D41D0C8-179F-4FD2-A48E-767034491E12}" type="pres">
      <dgm:prSet presAssocID="{41542F28-BA40-4F6B-B645-23F1C41B37D8}" presName="sibTrans" presStyleLbl="bgSibTrans2D1" presStyleIdx="1" presStyleCnt="14"/>
      <dgm:spPr/>
    </dgm:pt>
    <dgm:pt modelId="{E403C7D7-141A-4B76-B1AE-A113CA215B26}" type="pres">
      <dgm:prSet presAssocID="{5D76A8ED-3B58-4F43-90B0-A0757734D1F3}" presName="compNode" presStyleCnt="0"/>
      <dgm:spPr/>
    </dgm:pt>
    <dgm:pt modelId="{3C67590B-52F5-4522-8E61-BEA008EEA344}" type="pres">
      <dgm:prSet presAssocID="{5D76A8ED-3B58-4F43-90B0-A0757734D1F3}" presName="dummyConnPt" presStyleCnt="0"/>
      <dgm:spPr/>
    </dgm:pt>
    <dgm:pt modelId="{1404FFF0-2FCC-4AE5-B5D6-1F05D7C2B521}" type="pres">
      <dgm:prSet presAssocID="{5D76A8ED-3B58-4F43-90B0-A0757734D1F3}" presName="node" presStyleLbl="node1" presStyleIdx="2" presStyleCnt="15">
        <dgm:presLayoutVars>
          <dgm:bulletEnabled val="1"/>
        </dgm:presLayoutVars>
      </dgm:prSet>
      <dgm:spPr/>
    </dgm:pt>
    <dgm:pt modelId="{E72C763E-16A9-42F8-B8BA-C528A8633360}" type="pres">
      <dgm:prSet presAssocID="{A7EA072D-64BC-486F-B110-FEFAF2D764FB}" presName="sibTrans" presStyleLbl="bgSibTrans2D1" presStyleIdx="2" presStyleCnt="14"/>
      <dgm:spPr/>
    </dgm:pt>
    <dgm:pt modelId="{270ABB53-7296-4381-9687-58213FAD64B1}" type="pres">
      <dgm:prSet presAssocID="{C92ACDCE-C8F3-4847-8668-16FD7B6D2A38}" presName="compNode" presStyleCnt="0"/>
      <dgm:spPr/>
    </dgm:pt>
    <dgm:pt modelId="{BCDC1849-F78C-47B2-BD6C-D9401610D8F3}" type="pres">
      <dgm:prSet presAssocID="{C92ACDCE-C8F3-4847-8668-16FD7B6D2A38}" presName="dummyConnPt" presStyleCnt="0"/>
      <dgm:spPr/>
    </dgm:pt>
    <dgm:pt modelId="{BF8F340D-7ED3-4E52-A9BF-A35BD8447204}" type="pres">
      <dgm:prSet presAssocID="{C92ACDCE-C8F3-4847-8668-16FD7B6D2A38}" presName="node" presStyleLbl="node1" presStyleIdx="3" presStyleCnt="15">
        <dgm:presLayoutVars>
          <dgm:bulletEnabled val="1"/>
        </dgm:presLayoutVars>
      </dgm:prSet>
      <dgm:spPr/>
    </dgm:pt>
    <dgm:pt modelId="{0D863443-114A-46C8-94D9-2E7939BD6C96}" type="pres">
      <dgm:prSet presAssocID="{EDE06EF9-43EC-4FD4-9EE1-8001DD424A63}" presName="sibTrans" presStyleLbl="bgSibTrans2D1" presStyleIdx="3" presStyleCnt="14"/>
      <dgm:spPr/>
    </dgm:pt>
    <dgm:pt modelId="{8A821F4E-A723-4A09-9070-190EC5E6649E}" type="pres">
      <dgm:prSet presAssocID="{62F8912E-311F-4D6A-B693-6C1882F3BC49}" presName="compNode" presStyleCnt="0"/>
      <dgm:spPr/>
    </dgm:pt>
    <dgm:pt modelId="{B82F99A7-64BF-4579-97F4-AB2B7DFF7AC0}" type="pres">
      <dgm:prSet presAssocID="{62F8912E-311F-4D6A-B693-6C1882F3BC49}" presName="dummyConnPt" presStyleCnt="0"/>
      <dgm:spPr/>
    </dgm:pt>
    <dgm:pt modelId="{C6CF12F7-DED9-43F5-AE3D-C19310F4E3BE}" type="pres">
      <dgm:prSet presAssocID="{62F8912E-311F-4D6A-B693-6C1882F3BC49}" presName="node" presStyleLbl="node1" presStyleIdx="4" presStyleCnt="15">
        <dgm:presLayoutVars>
          <dgm:bulletEnabled val="1"/>
        </dgm:presLayoutVars>
      </dgm:prSet>
      <dgm:spPr/>
    </dgm:pt>
    <dgm:pt modelId="{24CBFACE-9AF5-414C-8A69-6CAF235E7DC3}" type="pres">
      <dgm:prSet presAssocID="{A786B33D-F342-4F2A-8BD1-9CDB2F4AEE60}" presName="sibTrans" presStyleLbl="bgSibTrans2D1" presStyleIdx="4" presStyleCnt="14"/>
      <dgm:spPr/>
    </dgm:pt>
    <dgm:pt modelId="{78B85550-4AFA-425E-B31D-8196CFEDA61B}" type="pres">
      <dgm:prSet presAssocID="{A7D7E4C7-8599-464F-8000-FD2C77708B70}" presName="compNode" presStyleCnt="0"/>
      <dgm:spPr/>
    </dgm:pt>
    <dgm:pt modelId="{3A05D3AA-DE63-457B-A5B8-4B4704714069}" type="pres">
      <dgm:prSet presAssocID="{A7D7E4C7-8599-464F-8000-FD2C77708B70}" presName="dummyConnPt" presStyleCnt="0"/>
      <dgm:spPr/>
    </dgm:pt>
    <dgm:pt modelId="{2B0A7F77-C7B0-4DDD-B2BE-8258E3476C54}" type="pres">
      <dgm:prSet presAssocID="{A7D7E4C7-8599-464F-8000-FD2C77708B70}" presName="node" presStyleLbl="node1" presStyleIdx="5" presStyleCnt="15">
        <dgm:presLayoutVars>
          <dgm:bulletEnabled val="1"/>
        </dgm:presLayoutVars>
      </dgm:prSet>
      <dgm:spPr/>
    </dgm:pt>
    <dgm:pt modelId="{DC589723-E7E9-4614-8EDA-C702909083E4}" type="pres">
      <dgm:prSet presAssocID="{8E7E7984-84A0-4F40-9A01-B62E1CDDFBD7}" presName="sibTrans" presStyleLbl="bgSibTrans2D1" presStyleIdx="5" presStyleCnt="14"/>
      <dgm:spPr/>
    </dgm:pt>
    <dgm:pt modelId="{000499B4-50EB-46C3-A2F4-72F3ACAAD49D}" type="pres">
      <dgm:prSet presAssocID="{C8445FCA-1065-454D-AE67-675D2743C7C2}" presName="compNode" presStyleCnt="0"/>
      <dgm:spPr/>
    </dgm:pt>
    <dgm:pt modelId="{FF3CA031-1461-4D08-94FF-B30D07DFB974}" type="pres">
      <dgm:prSet presAssocID="{C8445FCA-1065-454D-AE67-675D2743C7C2}" presName="dummyConnPt" presStyleCnt="0"/>
      <dgm:spPr/>
    </dgm:pt>
    <dgm:pt modelId="{0A67C9D4-B0F9-4190-97FD-5E1D99A495ED}" type="pres">
      <dgm:prSet presAssocID="{C8445FCA-1065-454D-AE67-675D2743C7C2}" presName="node" presStyleLbl="node1" presStyleIdx="6" presStyleCnt="15">
        <dgm:presLayoutVars>
          <dgm:bulletEnabled val="1"/>
        </dgm:presLayoutVars>
      </dgm:prSet>
      <dgm:spPr/>
    </dgm:pt>
    <dgm:pt modelId="{BEAE409A-6025-48AD-AADF-3435AC0A5906}" type="pres">
      <dgm:prSet presAssocID="{A8A27B41-A03B-4173-AC50-EB81EE64A7F5}" presName="sibTrans" presStyleLbl="bgSibTrans2D1" presStyleIdx="6" presStyleCnt="14"/>
      <dgm:spPr/>
    </dgm:pt>
    <dgm:pt modelId="{92EFD337-C8E5-48BD-95D6-AAF44E0CA3F6}" type="pres">
      <dgm:prSet presAssocID="{C0F053AA-EA6D-4D54-8D98-02DA0393314B}" presName="compNode" presStyleCnt="0"/>
      <dgm:spPr/>
    </dgm:pt>
    <dgm:pt modelId="{F304323B-5F05-437C-AD47-C7644E99DAB5}" type="pres">
      <dgm:prSet presAssocID="{C0F053AA-EA6D-4D54-8D98-02DA0393314B}" presName="dummyConnPt" presStyleCnt="0"/>
      <dgm:spPr/>
    </dgm:pt>
    <dgm:pt modelId="{CAE11A81-E37D-4526-BEA1-C11CC25E1C4A}" type="pres">
      <dgm:prSet presAssocID="{C0F053AA-EA6D-4D54-8D98-02DA0393314B}" presName="node" presStyleLbl="node1" presStyleIdx="7" presStyleCnt="15">
        <dgm:presLayoutVars>
          <dgm:bulletEnabled val="1"/>
        </dgm:presLayoutVars>
      </dgm:prSet>
      <dgm:spPr/>
    </dgm:pt>
    <dgm:pt modelId="{F0F38E61-6D98-42AB-AA06-F67D4060A3F7}" type="pres">
      <dgm:prSet presAssocID="{2E57CFC7-34AD-44FB-9C03-0EBB877DEF00}" presName="sibTrans" presStyleLbl="bgSibTrans2D1" presStyleIdx="7" presStyleCnt="14"/>
      <dgm:spPr/>
    </dgm:pt>
    <dgm:pt modelId="{18F485E4-AC74-46F5-A8DA-F265934FAB9C}" type="pres">
      <dgm:prSet presAssocID="{99225AE9-56B8-452E-B03E-7A6F118BF1AE}" presName="compNode" presStyleCnt="0"/>
      <dgm:spPr/>
    </dgm:pt>
    <dgm:pt modelId="{08F3E7E4-2298-407F-9934-93E0A970F0AD}" type="pres">
      <dgm:prSet presAssocID="{99225AE9-56B8-452E-B03E-7A6F118BF1AE}" presName="dummyConnPt" presStyleCnt="0"/>
      <dgm:spPr/>
    </dgm:pt>
    <dgm:pt modelId="{7965D219-F23C-4EA7-BDB7-0FDAA484BC59}" type="pres">
      <dgm:prSet presAssocID="{99225AE9-56B8-452E-B03E-7A6F118BF1AE}" presName="node" presStyleLbl="node1" presStyleIdx="8" presStyleCnt="15">
        <dgm:presLayoutVars>
          <dgm:bulletEnabled val="1"/>
        </dgm:presLayoutVars>
      </dgm:prSet>
      <dgm:spPr/>
    </dgm:pt>
    <dgm:pt modelId="{57221038-B049-441C-A2A3-B821BB76053F}" type="pres">
      <dgm:prSet presAssocID="{689FCAF6-11A0-43B3-957C-6EAEA2D112CF}" presName="sibTrans" presStyleLbl="bgSibTrans2D1" presStyleIdx="8" presStyleCnt="14"/>
      <dgm:spPr/>
    </dgm:pt>
    <dgm:pt modelId="{9EF6737F-C92F-4280-84D0-9D9C1A11B7EF}" type="pres">
      <dgm:prSet presAssocID="{123F821B-3FE6-4F7E-9772-726846A0DE17}" presName="compNode" presStyleCnt="0"/>
      <dgm:spPr/>
    </dgm:pt>
    <dgm:pt modelId="{92E9F3B4-145C-4C48-B266-71162127FEB0}" type="pres">
      <dgm:prSet presAssocID="{123F821B-3FE6-4F7E-9772-726846A0DE17}" presName="dummyConnPt" presStyleCnt="0"/>
      <dgm:spPr/>
    </dgm:pt>
    <dgm:pt modelId="{6BBA2E9E-9DA5-44F2-8B79-1A966E2FC624}" type="pres">
      <dgm:prSet presAssocID="{123F821B-3FE6-4F7E-9772-726846A0DE17}" presName="node" presStyleLbl="node1" presStyleIdx="9" presStyleCnt="15">
        <dgm:presLayoutVars>
          <dgm:bulletEnabled val="1"/>
        </dgm:presLayoutVars>
      </dgm:prSet>
      <dgm:spPr/>
    </dgm:pt>
    <dgm:pt modelId="{86BE7444-9A04-452B-A114-3E93991D448C}" type="pres">
      <dgm:prSet presAssocID="{F9D01C93-8F83-43DF-93B5-BD89C5EFE664}" presName="sibTrans" presStyleLbl="bgSibTrans2D1" presStyleIdx="9" presStyleCnt="14"/>
      <dgm:spPr/>
    </dgm:pt>
    <dgm:pt modelId="{AA1E839C-9F42-4FD3-9B3B-C8B7819EE094}" type="pres">
      <dgm:prSet presAssocID="{00C7803A-0DCA-4F12-B339-6E46C90AC547}" presName="compNode" presStyleCnt="0"/>
      <dgm:spPr/>
    </dgm:pt>
    <dgm:pt modelId="{F6D46987-72DD-49D3-B20B-0879E88A56F3}" type="pres">
      <dgm:prSet presAssocID="{00C7803A-0DCA-4F12-B339-6E46C90AC547}" presName="dummyConnPt" presStyleCnt="0"/>
      <dgm:spPr/>
    </dgm:pt>
    <dgm:pt modelId="{3F3AB63A-FEB5-40D8-91FA-67BD5026D3BA}" type="pres">
      <dgm:prSet presAssocID="{00C7803A-0DCA-4F12-B339-6E46C90AC547}" presName="node" presStyleLbl="node1" presStyleIdx="10" presStyleCnt="15">
        <dgm:presLayoutVars>
          <dgm:bulletEnabled val="1"/>
        </dgm:presLayoutVars>
      </dgm:prSet>
      <dgm:spPr/>
    </dgm:pt>
    <dgm:pt modelId="{062B131C-9C83-4A39-B940-5DEE3A2C6D19}" type="pres">
      <dgm:prSet presAssocID="{D8D84E95-4EA5-4550-B157-3EED0B467D46}" presName="sibTrans" presStyleLbl="bgSibTrans2D1" presStyleIdx="10" presStyleCnt="14"/>
      <dgm:spPr/>
    </dgm:pt>
    <dgm:pt modelId="{6652A516-EDDA-4040-9F45-47576CAEA95F}" type="pres">
      <dgm:prSet presAssocID="{F0D0D2DC-D2CE-4FF8-854D-8FBCA43D4DD6}" presName="compNode" presStyleCnt="0"/>
      <dgm:spPr/>
    </dgm:pt>
    <dgm:pt modelId="{09809778-9BF0-4A8F-ACD5-16FF527EBE15}" type="pres">
      <dgm:prSet presAssocID="{F0D0D2DC-D2CE-4FF8-854D-8FBCA43D4DD6}" presName="dummyConnPt" presStyleCnt="0"/>
      <dgm:spPr/>
    </dgm:pt>
    <dgm:pt modelId="{8B4FFDDC-DBA2-4DF8-B01A-44E99B2FC21B}" type="pres">
      <dgm:prSet presAssocID="{F0D0D2DC-D2CE-4FF8-854D-8FBCA43D4DD6}" presName="node" presStyleLbl="node1" presStyleIdx="11" presStyleCnt="15">
        <dgm:presLayoutVars>
          <dgm:bulletEnabled val="1"/>
        </dgm:presLayoutVars>
      </dgm:prSet>
      <dgm:spPr/>
    </dgm:pt>
    <dgm:pt modelId="{C55106B8-1E14-4466-B927-F1A681B3E6F5}" type="pres">
      <dgm:prSet presAssocID="{62739DCE-A7BB-4DB0-85F0-3FB4167DCE66}" presName="sibTrans" presStyleLbl="bgSibTrans2D1" presStyleIdx="11" presStyleCnt="14"/>
      <dgm:spPr/>
    </dgm:pt>
    <dgm:pt modelId="{E4588FB4-F24E-4303-A0B4-537F0A666EB7}" type="pres">
      <dgm:prSet presAssocID="{CBDAFBF0-C699-4B75-ACC6-B5D981594461}" presName="compNode" presStyleCnt="0"/>
      <dgm:spPr/>
    </dgm:pt>
    <dgm:pt modelId="{657A32A9-05EA-417F-ADBD-B0728304BE36}" type="pres">
      <dgm:prSet presAssocID="{CBDAFBF0-C699-4B75-ACC6-B5D981594461}" presName="dummyConnPt" presStyleCnt="0"/>
      <dgm:spPr/>
    </dgm:pt>
    <dgm:pt modelId="{CA61B52A-712B-4F5A-8F07-50DF0A3C6BBF}" type="pres">
      <dgm:prSet presAssocID="{CBDAFBF0-C699-4B75-ACC6-B5D981594461}" presName="node" presStyleLbl="node1" presStyleIdx="12" presStyleCnt="15">
        <dgm:presLayoutVars>
          <dgm:bulletEnabled val="1"/>
        </dgm:presLayoutVars>
      </dgm:prSet>
      <dgm:spPr/>
    </dgm:pt>
    <dgm:pt modelId="{60AB10A6-80B7-4709-B279-32795A997238}" type="pres">
      <dgm:prSet presAssocID="{898105FB-216B-41A0-959F-E989D157D75A}" presName="sibTrans" presStyleLbl="bgSibTrans2D1" presStyleIdx="12" presStyleCnt="14"/>
      <dgm:spPr/>
    </dgm:pt>
    <dgm:pt modelId="{8FC5B28C-111C-44CD-9F12-6AE5EA60F88F}" type="pres">
      <dgm:prSet presAssocID="{6CBEAB4E-34AD-4D32-9A06-8C11124D7633}" presName="compNode" presStyleCnt="0"/>
      <dgm:spPr/>
    </dgm:pt>
    <dgm:pt modelId="{2A62868A-0699-4902-92FB-22BC36917A49}" type="pres">
      <dgm:prSet presAssocID="{6CBEAB4E-34AD-4D32-9A06-8C11124D7633}" presName="dummyConnPt" presStyleCnt="0"/>
      <dgm:spPr/>
    </dgm:pt>
    <dgm:pt modelId="{40853674-3E74-4427-AAE8-F7C4844ECE04}" type="pres">
      <dgm:prSet presAssocID="{6CBEAB4E-34AD-4D32-9A06-8C11124D7633}" presName="node" presStyleLbl="node1" presStyleIdx="13" presStyleCnt="15">
        <dgm:presLayoutVars>
          <dgm:bulletEnabled val="1"/>
        </dgm:presLayoutVars>
      </dgm:prSet>
      <dgm:spPr/>
    </dgm:pt>
    <dgm:pt modelId="{F3A586B3-14E6-4F8A-BC1A-43BC20E8BD3D}" type="pres">
      <dgm:prSet presAssocID="{AAD33071-63B4-478F-955B-CD4EF8C34EDC}" presName="sibTrans" presStyleLbl="bgSibTrans2D1" presStyleIdx="13" presStyleCnt="14"/>
      <dgm:spPr/>
    </dgm:pt>
    <dgm:pt modelId="{D87D80F6-A0F6-4B30-893E-45B5C36832AD}" type="pres">
      <dgm:prSet presAssocID="{12944B6A-C5DD-40DA-A25B-54E50ACC8C32}" presName="compNode" presStyleCnt="0"/>
      <dgm:spPr/>
    </dgm:pt>
    <dgm:pt modelId="{45A6D6EE-A0B3-4AA4-A653-89F1779675DC}" type="pres">
      <dgm:prSet presAssocID="{12944B6A-C5DD-40DA-A25B-54E50ACC8C32}" presName="dummyConnPt" presStyleCnt="0"/>
      <dgm:spPr/>
    </dgm:pt>
    <dgm:pt modelId="{F8A34E53-A766-4BB5-BBBD-436ED8988BCC}" type="pres">
      <dgm:prSet presAssocID="{12944B6A-C5DD-40DA-A25B-54E50ACC8C32}" presName="node" presStyleLbl="node1" presStyleIdx="14" presStyleCnt="15">
        <dgm:presLayoutVars>
          <dgm:bulletEnabled val="1"/>
        </dgm:presLayoutVars>
      </dgm:prSet>
      <dgm:spPr/>
    </dgm:pt>
  </dgm:ptLst>
  <dgm:cxnLst>
    <dgm:cxn modelId="{38AEF900-DEE4-4E63-A198-3BEBE7F2EBD2}" type="presOf" srcId="{123F821B-3FE6-4F7E-9772-726846A0DE17}" destId="{6BBA2E9E-9DA5-44F2-8B79-1A966E2FC624}" srcOrd="0" destOrd="0" presId="urn:microsoft.com/office/officeart/2005/8/layout/bProcess4"/>
    <dgm:cxn modelId="{8E1FDE01-D8C1-4A40-9155-E28791974332}" srcId="{0B8E24BF-CAE8-4B0C-8DC7-0FDE5EA4477D}" destId="{5D76A8ED-3B58-4F43-90B0-A0757734D1F3}" srcOrd="2" destOrd="0" parTransId="{F229A4D5-D875-428F-863A-E836FC4F4B11}" sibTransId="{A7EA072D-64BC-486F-B110-FEFAF2D764FB}"/>
    <dgm:cxn modelId="{D8809403-B42D-41DD-8CE3-55E43C393471}" type="presOf" srcId="{5D76A8ED-3B58-4F43-90B0-A0757734D1F3}" destId="{1404FFF0-2FCC-4AE5-B5D6-1F05D7C2B521}" srcOrd="0" destOrd="0" presId="urn:microsoft.com/office/officeart/2005/8/layout/bProcess4"/>
    <dgm:cxn modelId="{0E3BE112-FACF-4785-819F-3E1DF7A60C42}" type="presOf" srcId="{CBDAFBF0-C699-4B75-ACC6-B5D981594461}" destId="{CA61B52A-712B-4F5A-8F07-50DF0A3C6BBF}" srcOrd="0" destOrd="0" presId="urn:microsoft.com/office/officeart/2005/8/layout/bProcess4"/>
    <dgm:cxn modelId="{FED7BF1B-C564-47B9-85EC-5F025B46BF27}" type="presOf" srcId="{A8A27B41-A03B-4173-AC50-EB81EE64A7F5}" destId="{BEAE409A-6025-48AD-AADF-3435AC0A5906}" srcOrd="0" destOrd="0" presId="urn:microsoft.com/office/officeart/2005/8/layout/bProcess4"/>
    <dgm:cxn modelId="{6BD4F01C-29FF-4A16-A720-D3B66963FCE8}" type="presOf" srcId="{A7D7E4C7-8599-464F-8000-FD2C77708B70}" destId="{2B0A7F77-C7B0-4DDD-B2BE-8258E3476C54}" srcOrd="0" destOrd="0" presId="urn:microsoft.com/office/officeart/2005/8/layout/bProcess4"/>
    <dgm:cxn modelId="{770ED526-D4E5-4048-8B11-1EAC8E766DD1}" type="presOf" srcId="{00C7803A-0DCA-4F12-B339-6E46C90AC547}" destId="{3F3AB63A-FEB5-40D8-91FA-67BD5026D3BA}" srcOrd="0" destOrd="0" presId="urn:microsoft.com/office/officeart/2005/8/layout/bProcess4"/>
    <dgm:cxn modelId="{4EA28927-534E-4E9A-A9C8-0D327076B0E7}" srcId="{0B8E24BF-CAE8-4B0C-8DC7-0FDE5EA4477D}" destId="{338BE363-BBC4-4AA1-9F0B-90A719E4250B}" srcOrd="1" destOrd="0" parTransId="{C42A29C3-6EBE-4EA4-98FD-C30020886B35}" sibTransId="{41542F28-BA40-4F6B-B645-23F1C41B37D8}"/>
    <dgm:cxn modelId="{DD9D1F2D-5F75-4046-A3EE-B074F2A23FC9}" type="presOf" srcId="{D8D84E95-4EA5-4550-B157-3EED0B467D46}" destId="{062B131C-9C83-4A39-B940-5DEE3A2C6D19}" srcOrd="0" destOrd="0" presId="urn:microsoft.com/office/officeart/2005/8/layout/bProcess4"/>
    <dgm:cxn modelId="{A21D012E-106E-4A47-96A5-A66B5BB95D58}" type="presOf" srcId="{A7EA072D-64BC-486F-B110-FEFAF2D764FB}" destId="{E72C763E-16A9-42F8-B8BA-C528A8633360}" srcOrd="0" destOrd="0" presId="urn:microsoft.com/office/officeart/2005/8/layout/bProcess4"/>
    <dgm:cxn modelId="{C25D9A38-6102-4908-A4E9-A8D55429E702}" type="presOf" srcId="{C0F053AA-EA6D-4D54-8D98-02DA0393314B}" destId="{CAE11A81-E37D-4526-BEA1-C11CC25E1C4A}" srcOrd="0" destOrd="0" presId="urn:microsoft.com/office/officeart/2005/8/layout/bProcess4"/>
    <dgm:cxn modelId="{1197E73B-7FF3-44E1-98FF-7FE02FE36F7F}" srcId="{0B8E24BF-CAE8-4B0C-8DC7-0FDE5EA4477D}" destId="{CBDAFBF0-C699-4B75-ACC6-B5D981594461}" srcOrd="12" destOrd="0" parTransId="{6198454E-976E-4574-BEDC-C95CAF210459}" sibTransId="{898105FB-216B-41A0-959F-E989D157D75A}"/>
    <dgm:cxn modelId="{19274B43-0115-4019-BB45-04D04FBBEB25}" type="presOf" srcId="{36CEA2F3-BE0B-4F6F-9EA8-C3D4B5048302}" destId="{24DD6C46-B107-4C1E-9DEF-CFC648F5AB64}" srcOrd="0" destOrd="0" presId="urn:microsoft.com/office/officeart/2005/8/layout/bProcess4"/>
    <dgm:cxn modelId="{0F860B4B-4EF1-485C-8F9F-D039B48F23F3}" srcId="{0B8E24BF-CAE8-4B0C-8DC7-0FDE5EA4477D}" destId="{00C7803A-0DCA-4F12-B339-6E46C90AC547}" srcOrd="10" destOrd="0" parTransId="{BD318C68-C44D-4639-8DB8-197CD606F3BC}" sibTransId="{D8D84E95-4EA5-4550-B157-3EED0B467D46}"/>
    <dgm:cxn modelId="{E21DBB4D-4A4B-44F4-AE8D-B0BD6453BB0A}" type="presOf" srcId="{99225AE9-56B8-452E-B03E-7A6F118BF1AE}" destId="{7965D219-F23C-4EA7-BDB7-0FDAA484BC59}" srcOrd="0" destOrd="0" presId="urn:microsoft.com/office/officeart/2005/8/layout/bProcess4"/>
    <dgm:cxn modelId="{056B704F-03D0-44BB-8E8D-09DB111214A4}" type="presOf" srcId="{898105FB-216B-41A0-959F-E989D157D75A}" destId="{60AB10A6-80B7-4709-B279-32795A997238}" srcOrd="0" destOrd="0" presId="urn:microsoft.com/office/officeart/2005/8/layout/bProcess4"/>
    <dgm:cxn modelId="{2200806F-43BE-4429-8076-F3403C4C5965}" type="presOf" srcId="{62739DCE-A7BB-4DB0-85F0-3FB4167DCE66}" destId="{C55106B8-1E14-4466-B927-F1A681B3E6F5}" srcOrd="0" destOrd="0" presId="urn:microsoft.com/office/officeart/2005/8/layout/bProcess4"/>
    <dgm:cxn modelId="{673DED70-7D6E-4B6A-93C1-99171326A19E}" srcId="{0B8E24BF-CAE8-4B0C-8DC7-0FDE5EA4477D}" destId="{C92ACDCE-C8F3-4847-8668-16FD7B6D2A38}" srcOrd="3" destOrd="0" parTransId="{E8E84F10-B72D-440B-9751-FD9382421763}" sibTransId="{EDE06EF9-43EC-4FD4-9EE1-8001DD424A63}"/>
    <dgm:cxn modelId="{7E76DA52-4388-4064-AF0B-F2046B6DB6D2}" type="presOf" srcId="{A786B33D-F342-4F2A-8BD1-9CDB2F4AEE60}" destId="{24CBFACE-9AF5-414C-8A69-6CAF235E7DC3}" srcOrd="0" destOrd="0" presId="urn:microsoft.com/office/officeart/2005/8/layout/bProcess4"/>
    <dgm:cxn modelId="{2C6E9C53-B3BD-46A1-B356-8078577E123D}" type="presOf" srcId="{2E57CFC7-34AD-44FB-9C03-0EBB877DEF00}" destId="{F0F38E61-6D98-42AB-AA06-F67D4060A3F7}" srcOrd="0" destOrd="0" presId="urn:microsoft.com/office/officeart/2005/8/layout/bProcess4"/>
    <dgm:cxn modelId="{9C66D858-BCC1-45B6-A03B-7CA39E113937}" type="presOf" srcId="{338BE363-BBC4-4AA1-9F0B-90A719E4250B}" destId="{88EBA534-AAFF-4E0B-AA8F-BE95EAA63D8B}" srcOrd="0" destOrd="0" presId="urn:microsoft.com/office/officeart/2005/8/layout/bProcess4"/>
    <dgm:cxn modelId="{2F4D857D-E4E6-4051-A6D5-E309586940A0}" type="presOf" srcId="{8008405E-A7E4-4A74-A614-6AB09A15A507}" destId="{7CA4C08F-0C71-473D-8074-E67A21B389B3}" srcOrd="0" destOrd="0" presId="urn:microsoft.com/office/officeart/2005/8/layout/bProcess4"/>
    <dgm:cxn modelId="{BFDC947D-F67C-4441-AFED-CCDBFDE818A0}" type="presOf" srcId="{C8445FCA-1065-454D-AE67-675D2743C7C2}" destId="{0A67C9D4-B0F9-4190-97FD-5E1D99A495ED}" srcOrd="0" destOrd="0" presId="urn:microsoft.com/office/officeart/2005/8/layout/bProcess4"/>
    <dgm:cxn modelId="{15E58B7E-8A66-403F-B623-B996F1EDE232}" type="presOf" srcId="{F9D01C93-8F83-43DF-93B5-BD89C5EFE664}" destId="{86BE7444-9A04-452B-A114-3E93991D448C}" srcOrd="0" destOrd="0" presId="urn:microsoft.com/office/officeart/2005/8/layout/bProcess4"/>
    <dgm:cxn modelId="{EB35BD82-A70D-45F6-8235-7C1BA883D82E}" srcId="{0B8E24BF-CAE8-4B0C-8DC7-0FDE5EA4477D}" destId="{123F821B-3FE6-4F7E-9772-726846A0DE17}" srcOrd="9" destOrd="0" parTransId="{C0471EE1-552F-41E6-AD3B-7867003D63F3}" sibTransId="{F9D01C93-8F83-43DF-93B5-BD89C5EFE664}"/>
    <dgm:cxn modelId="{4963DD87-22B3-4DB9-9C39-44394161A081}" srcId="{0B8E24BF-CAE8-4B0C-8DC7-0FDE5EA4477D}" destId="{62F8912E-311F-4D6A-B693-6C1882F3BC49}" srcOrd="4" destOrd="0" parTransId="{FF30EF26-63CF-40FB-875E-46FCCDCE56E5}" sibTransId="{A786B33D-F342-4F2A-8BD1-9CDB2F4AEE60}"/>
    <dgm:cxn modelId="{910D9190-6004-4C64-AB5C-0E3E0E3C09D5}" type="presOf" srcId="{62F8912E-311F-4D6A-B693-6C1882F3BC49}" destId="{C6CF12F7-DED9-43F5-AE3D-C19310F4E3BE}" srcOrd="0" destOrd="0" presId="urn:microsoft.com/office/officeart/2005/8/layout/bProcess4"/>
    <dgm:cxn modelId="{3323C098-E710-45C1-A6DA-D5506E05B81F}" type="presOf" srcId="{6CBEAB4E-34AD-4D32-9A06-8C11124D7633}" destId="{40853674-3E74-4427-AAE8-F7C4844ECE04}" srcOrd="0" destOrd="0" presId="urn:microsoft.com/office/officeart/2005/8/layout/bProcess4"/>
    <dgm:cxn modelId="{13C248AF-D9AE-43A6-901E-B1A3ED02E502}" type="presOf" srcId="{F0D0D2DC-D2CE-4FF8-854D-8FBCA43D4DD6}" destId="{8B4FFDDC-DBA2-4DF8-B01A-44E99B2FC21B}" srcOrd="0" destOrd="0" presId="urn:microsoft.com/office/officeart/2005/8/layout/bProcess4"/>
    <dgm:cxn modelId="{C66B4DAF-E1FC-4082-AC98-413BA275D8E4}" srcId="{0B8E24BF-CAE8-4B0C-8DC7-0FDE5EA4477D}" destId="{C0F053AA-EA6D-4D54-8D98-02DA0393314B}" srcOrd="7" destOrd="0" parTransId="{8E39FADC-925E-4F33-9E20-E9A754AEB8F5}" sibTransId="{2E57CFC7-34AD-44FB-9C03-0EBB877DEF00}"/>
    <dgm:cxn modelId="{E545FCB1-0742-433C-B152-2BC6359FE8A2}" srcId="{0B8E24BF-CAE8-4B0C-8DC7-0FDE5EA4477D}" destId="{12944B6A-C5DD-40DA-A25B-54E50ACC8C32}" srcOrd="14" destOrd="0" parTransId="{39CAEF34-4542-40F1-9525-0EE7A4C4958D}" sibTransId="{1FAA631F-A184-45B6-B1A8-764A42F53799}"/>
    <dgm:cxn modelId="{F8D914B3-C3FF-4766-9FF7-54BE868D17A1}" type="presOf" srcId="{8E7E7984-84A0-4F40-9A01-B62E1CDDFBD7}" destId="{DC589723-E7E9-4614-8EDA-C702909083E4}" srcOrd="0" destOrd="0" presId="urn:microsoft.com/office/officeart/2005/8/layout/bProcess4"/>
    <dgm:cxn modelId="{10E478CA-3298-4A4E-A0F9-BB1A2550BE38}" srcId="{0B8E24BF-CAE8-4B0C-8DC7-0FDE5EA4477D}" destId="{A7D7E4C7-8599-464F-8000-FD2C77708B70}" srcOrd="5" destOrd="0" parTransId="{BB1EC05F-0D9E-4021-B272-9D77BD125814}" sibTransId="{8E7E7984-84A0-4F40-9A01-B62E1CDDFBD7}"/>
    <dgm:cxn modelId="{A4A225CF-27D9-40FB-9FAB-31C79408188B}" type="presOf" srcId="{C92ACDCE-C8F3-4847-8668-16FD7B6D2A38}" destId="{BF8F340D-7ED3-4E52-A9BF-A35BD8447204}" srcOrd="0" destOrd="0" presId="urn:microsoft.com/office/officeart/2005/8/layout/bProcess4"/>
    <dgm:cxn modelId="{6969C0CF-05F6-4A63-B580-97B443A120E6}" srcId="{0B8E24BF-CAE8-4B0C-8DC7-0FDE5EA4477D}" destId="{F0D0D2DC-D2CE-4FF8-854D-8FBCA43D4DD6}" srcOrd="11" destOrd="0" parTransId="{A380F110-1892-43FF-A937-51E967DDF1BE}" sibTransId="{62739DCE-A7BB-4DB0-85F0-3FB4167DCE66}"/>
    <dgm:cxn modelId="{07C8D7D3-ADB5-4BB2-9911-38C0C307E102}" type="presOf" srcId="{0B8E24BF-CAE8-4B0C-8DC7-0FDE5EA4477D}" destId="{781A1CDC-071F-4E7E-B7BD-119D45263B98}" srcOrd="0" destOrd="0" presId="urn:microsoft.com/office/officeart/2005/8/layout/bProcess4"/>
    <dgm:cxn modelId="{A217BDD6-AFF1-4D9D-A772-B385338E3923}" srcId="{0B8E24BF-CAE8-4B0C-8DC7-0FDE5EA4477D}" destId="{6CBEAB4E-34AD-4D32-9A06-8C11124D7633}" srcOrd="13" destOrd="0" parTransId="{45652487-41F0-4C2C-8CB0-DDC12CC776DA}" sibTransId="{AAD33071-63B4-478F-955B-CD4EF8C34EDC}"/>
    <dgm:cxn modelId="{EA03D7DB-4D58-4240-A70B-CB60E23E0F7D}" type="presOf" srcId="{AAD33071-63B4-478F-955B-CD4EF8C34EDC}" destId="{F3A586B3-14E6-4F8A-BC1A-43BC20E8BD3D}" srcOrd="0" destOrd="0" presId="urn:microsoft.com/office/officeart/2005/8/layout/bProcess4"/>
    <dgm:cxn modelId="{83449DDE-6E39-4826-BE86-45465805F46D}" srcId="{0B8E24BF-CAE8-4B0C-8DC7-0FDE5EA4477D}" destId="{99225AE9-56B8-452E-B03E-7A6F118BF1AE}" srcOrd="8" destOrd="0" parTransId="{61C12509-C706-4B6A-A1D1-4A5342A4BE44}" sibTransId="{689FCAF6-11A0-43B3-957C-6EAEA2D112CF}"/>
    <dgm:cxn modelId="{3F7E49DF-8831-487C-8F1A-6553C7AB040A}" srcId="{0B8E24BF-CAE8-4B0C-8DC7-0FDE5EA4477D}" destId="{36CEA2F3-BE0B-4F6F-9EA8-C3D4B5048302}" srcOrd="0" destOrd="0" parTransId="{5644F65A-A5D0-4086-8E9F-2A1E39D0C520}" sibTransId="{8008405E-A7E4-4A74-A614-6AB09A15A507}"/>
    <dgm:cxn modelId="{9025E5E1-2370-44E3-A186-6FA2C0BD3878}" type="presOf" srcId="{12944B6A-C5DD-40DA-A25B-54E50ACC8C32}" destId="{F8A34E53-A766-4BB5-BBBD-436ED8988BCC}" srcOrd="0" destOrd="0" presId="urn:microsoft.com/office/officeart/2005/8/layout/bProcess4"/>
    <dgm:cxn modelId="{15F41EEC-86B0-4988-A7C2-B2FE690564C9}" srcId="{0B8E24BF-CAE8-4B0C-8DC7-0FDE5EA4477D}" destId="{C8445FCA-1065-454D-AE67-675D2743C7C2}" srcOrd="6" destOrd="0" parTransId="{C128ACC9-FC4F-4129-9CEF-69046D2512A3}" sibTransId="{A8A27B41-A03B-4173-AC50-EB81EE64A7F5}"/>
    <dgm:cxn modelId="{FF49F9F1-EB6F-4FA8-8D08-2FD6527740F8}" type="presOf" srcId="{689FCAF6-11A0-43B3-957C-6EAEA2D112CF}" destId="{57221038-B049-441C-A2A3-B821BB76053F}" srcOrd="0" destOrd="0" presId="urn:microsoft.com/office/officeart/2005/8/layout/bProcess4"/>
    <dgm:cxn modelId="{044C9FF6-5C8A-41A6-B696-9EB2F5F00DB3}" type="presOf" srcId="{41542F28-BA40-4F6B-B645-23F1C41B37D8}" destId="{1D41D0C8-179F-4FD2-A48E-767034491E12}" srcOrd="0" destOrd="0" presId="urn:microsoft.com/office/officeart/2005/8/layout/bProcess4"/>
    <dgm:cxn modelId="{84B687FF-050E-4FB4-A128-F4E1C9AB13C8}" type="presOf" srcId="{EDE06EF9-43EC-4FD4-9EE1-8001DD424A63}" destId="{0D863443-114A-46C8-94D9-2E7939BD6C96}" srcOrd="0" destOrd="0" presId="urn:microsoft.com/office/officeart/2005/8/layout/bProcess4"/>
    <dgm:cxn modelId="{F5C78E59-2631-40C2-86DE-7CE85EF3CA8B}" type="presParOf" srcId="{781A1CDC-071F-4E7E-B7BD-119D45263B98}" destId="{D871F93F-8432-49B1-95C7-C013B12C13A5}" srcOrd="0" destOrd="0" presId="urn:microsoft.com/office/officeart/2005/8/layout/bProcess4"/>
    <dgm:cxn modelId="{831358B6-C15D-4C08-A657-8DD13279B480}" type="presParOf" srcId="{D871F93F-8432-49B1-95C7-C013B12C13A5}" destId="{A44999B7-2AF9-4DCC-8DEA-75CAAE0CF7F3}" srcOrd="0" destOrd="0" presId="urn:microsoft.com/office/officeart/2005/8/layout/bProcess4"/>
    <dgm:cxn modelId="{1DEA8B4F-E562-4B41-A25D-7F768900BD80}" type="presParOf" srcId="{D871F93F-8432-49B1-95C7-C013B12C13A5}" destId="{24DD6C46-B107-4C1E-9DEF-CFC648F5AB64}" srcOrd="1" destOrd="0" presId="urn:microsoft.com/office/officeart/2005/8/layout/bProcess4"/>
    <dgm:cxn modelId="{2FB8ABD3-0349-43D1-8F28-1B3843A7860F}" type="presParOf" srcId="{781A1CDC-071F-4E7E-B7BD-119D45263B98}" destId="{7CA4C08F-0C71-473D-8074-E67A21B389B3}" srcOrd="1" destOrd="0" presId="urn:microsoft.com/office/officeart/2005/8/layout/bProcess4"/>
    <dgm:cxn modelId="{9BB2FC5B-B753-4E52-A612-F837F8FCB138}" type="presParOf" srcId="{781A1CDC-071F-4E7E-B7BD-119D45263B98}" destId="{B8BDEFB8-8743-4968-837A-B5860385E097}" srcOrd="2" destOrd="0" presId="urn:microsoft.com/office/officeart/2005/8/layout/bProcess4"/>
    <dgm:cxn modelId="{018D589B-EAEF-42B6-BF1F-B6A6BC799687}" type="presParOf" srcId="{B8BDEFB8-8743-4968-837A-B5860385E097}" destId="{5B291714-6131-459A-9580-44D7B36AF656}" srcOrd="0" destOrd="0" presId="urn:microsoft.com/office/officeart/2005/8/layout/bProcess4"/>
    <dgm:cxn modelId="{950DCD37-45F2-42E8-87D5-0F014B4C9FE5}" type="presParOf" srcId="{B8BDEFB8-8743-4968-837A-B5860385E097}" destId="{88EBA534-AAFF-4E0B-AA8F-BE95EAA63D8B}" srcOrd="1" destOrd="0" presId="urn:microsoft.com/office/officeart/2005/8/layout/bProcess4"/>
    <dgm:cxn modelId="{B0D66B84-64F1-4AAB-A89A-D53C57DF1299}" type="presParOf" srcId="{781A1CDC-071F-4E7E-B7BD-119D45263B98}" destId="{1D41D0C8-179F-4FD2-A48E-767034491E12}" srcOrd="3" destOrd="0" presId="urn:microsoft.com/office/officeart/2005/8/layout/bProcess4"/>
    <dgm:cxn modelId="{2FE493BD-7380-4FBC-A471-E56717FFCFEE}" type="presParOf" srcId="{781A1CDC-071F-4E7E-B7BD-119D45263B98}" destId="{E403C7D7-141A-4B76-B1AE-A113CA215B26}" srcOrd="4" destOrd="0" presId="urn:microsoft.com/office/officeart/2005/8/layout/bProcess4"/>
    <dgm:cxn modelId="{643D8E1C-07CB-4560-AF54-23C427236D74}" type="presParOf" srcId="{E403C7D7-141A-4B76-B1AE-A113CA215B26}" destId="{3C67590B-52F5-4522-8E61-BEA008EEA344}" srcOrd="0" destOrd="0" presId="urn:microsoft.com/office/officeart/2005/8/layout/bProcess4"/>
    <dgm:cxn modelId="{D4FB4A24-156B-491A-A043-B4B19ED76367}" type="presParOf" srcId="{E403C7D7-141A-4B76-B1AE-A113CA215B26}" destId="{1404FFF0-2FCC-4AE5-B5D6-1F05D7C2B521}" srcOrd="1" destOrd="0" presId="urn:microsoft.com/office/officeart/2005/8/layout/bProcess4"/>
    <dgm:cxn modelId="{7A1EDA76-FFD5-429C-AF44-251DF0486CC2}" type="presParOf" srcId="{781A1CDC-071F-4E7E-B7BD-119D45263B98}" destId="{E72C763E-16A9-42F8-B8BA-C528A8633360}" srcOrd="5" destOrd="0" presId="urn:microsoft.com/office/officeart/2005/8/layout/bProcess4"/>
    <dgm:cxn modelId="{331E84EA-0C48-4DA9-917C-7FE7EC52E925}" type="presParOf" srcId="{781A1CDC-071F-4E7E-B7BD-119D45263B98}" destId="{270ABB53-7296-4381-9687-58213FAD64B1}" srcOrd="6" destOrd="0" presId="urn:microsoft.com/office/officeart/2005/8/layout/bProcess4"/>
    <dgm:cxn modelId="{10D1565E-05E9-482F-BF31-BAE96006FA7C}" type="presParOf" srcId="{270ABB53-7296-4381-9687-58213FAD64B1}" destId="{BCDC1849-F78C-47B2-BD6C-D9401610D8F3}" srcOrd="0" destOrd="0" presId="urn:microsoft.com/office/officeart/2005/8/layout/bProcess4"/>
    <dgm:cxn modelId="{100C5C5F-A557-4D5B-B617-F47B06D9F289}" type="presParOf" srcId="{270ABB53-7296-4381-9687-58213FAD64B1}" destId="{BF8F340D-7ED3-4E52-A9BF-A35BD8447204}" srcOrd="1" destOrd="0" presId="urn:microsoft.com/office/officeart/2005/8/layout/bProcess4"/>
    <dgm:cxn modelId="{926C2B27-4E74-47B0-9AD9-F95737255010}" type="presParOf" srcId="{781A1CDC-071F-4E7E-B7BD-119D45263B98}" destId="{0D863443-114A-46C8-94D9-2E7939BD6C96}" srcOrd="7" destOrd="0" presId="urn:microsoft.com/office/officeart/2005/8/layout/bProcess4"/>
    <dgm:cxn modelId="{EBA5506A-8E38-4285-971D-2257E93471B2}" type="presParOf" srcId="{781A1CDC-071F-4E7E-B7BD-119D45263B98}" destId="{8A821F4E-A723-4A09-9070-190EC5E6649E}" srcOrd="8" destOrd="0" presId="urn:microsoft.com/office/officeart/2005/8/layout/bProcess4"/>
    <dgm:cxn modelId="{EF94F58D-D3D0-44CF-9E16-09B2B237AE0A}" type="presParOf" srcId="{8A821F4E-A723-4A09-9070-190EC5E6649E}" destId="{B82F99A7-64BF-4579-97F4-AB2B7DFF7AC0}" srcOrd="0" destOrd="0" presId="urn:microsoft.com/office/officeart/2005/8/layout/bProcess4"/>
    <dgm:cxn modelId="{BD1DF583-104A-446A-904D-5398F12035F2}" type="presParOf" srcId="{8A821F4E-A723-4A09-9070-190EC5E6649E}" destId="{C6CF12F7-DED9-43F5-AE3D-C19310F4E3BE}" srcOrd="1" destOrd="0" presId="urn:microsoft.com/office/officeart/2005/8/layout/bProcess4"/>
    <dgm:cxn modelId="{98608038-F99B-4512-9D5F-0597D15BA42F}" type="presParOf" srcId="{781A1CDC-071F-4E7E-B7BD-119D45263B98}" destId="{24CBFACE-9AF5-414C-8A69-6CAF235E7DC3}" srcOrd="9" destOrd="0" presId="urn:microsoft.com/office/officeart/2005/8/layout/bProcess4"/>
    <dgm:cxn modelId="{1DAA2947-AF87-4B95-8B5D-77F7552BB70A}" type="presParOf" srcId="{781A1CDC-071F-4E7E-B7BD-119D45263B98}" destId="{78B85550-4AFA-425E-B31D-8196CFEDA61B}" srcOrd="10" destOrd="0" presId="urn:microsoft.com/office/officeart/2005/8/layout/bProcess4"/>
    <dgm:cxn modelId="{110EDB88-CFBE-45B8-B303-621CB9F35615}" type="presParOf" srcId="{78B85550-4AFA-425E-B31D-8196CFEDA61B}" destId="{3A05D3AA-DE63-457B-A5B8-4B4704714069}" srcOrd="0" destOrd="0" presId="urn:microsoft.com/office/officeart/2005/8/layout/bProcess4"/>
    <dgm:cxn modelId="{6CD0712D-1B8B-43F4-939E-11C764149E9F}" type="presParOf" srcId="{78B85550-4AFA-425E-B31D-8196CFEDA61B}" destId="{2B0A7F77-C7B0-4DDD-B2BE-8258E3476C54}" srcOrd="1" destOrd="0" presId="urn:microsoft.com/office/officeart/2005/8/layout/bProcess4"/>
    <dgm:cxn modelId="{DE1FD284-99FE-440C-990F-408D7A64CE0B}" type="presParOf" srcId="{781A1CDC-071F-4E7E-B7BD-119D45263B98}" destId="{DC589723-E7E9-4614-8EDA-C702909083E4}" srcOrd="11" destOrd="0" presId="urn:microsoft.com/office/officeart/2005/8/layout/bProcess4"/>
    <dgm:cxn modelId="{189A71DD-365C-4483-9CA8-FA3BAF05556D}" type="presParOf" srcId="{781A1CDC-071F-4E7E-B7BD-119D45263B98}" destId="{000499B4-50EB-46C3-A2F4-72F3ACAAD49D}" srcOrd="12" destOrd="0" presId="urn:microsoft.com/office/officeart/2005/8/layout/bProcess4"/>
    <dgm:cxn modelId="{E9D61F83-F4AE-474F-98C2-DC0708E5C843}" type="presParOf" srcId="{000499B4-50EB-46C3-A2F4-72F3ACAAD49D}" destId="{FF3CA031-1461-4D08-94FF-B30D07DFB974}" srcOrd="0" destOrd="0" presId="urn:microsoft.com/office/officeart/2005/8/layout/bProcess4"/>
    <dgm:cxn modelId="{2C944CE3-531F-4FEB-A954-F890AEEF5FE1}" type="presParOf" srcId="{000499B4-50EB-46C3-A2F4-72F3ACAAD49D}" destId="{0A67C9D4-B0F9-4190-97FD-5E1D99A495ED}" srcOrd="1" destOrd="0" presId="urn:microsoft.com/office/officeart/2005/8/layout/bProcess4"/>
    <dgm:cxn modelId="{CB7D8856-E4E2-4DF1-9AE5-9B698AA6C4AF}" type="presParOf" srcId="{781A1CDC-071F-4E7E-B7BD-119D45263B98}" destId="{BEAE409A-6025-48AD-AADF-3435AC0A5906}" srcOrd="13" destOrd="0" presId="urn:microsoft.com/office/officeart/2005/8/layout/bProcess4"/>
    <dgm:cxn modelId="{4C8AB1DD-6785-4033-BAFA-02B14D7A9263}" type="presParOf" srcId="{781A1CDC-071F-4E7E-B7BD-119D45263B98}" destId="{92EFD337-C8E5-48BD-95D6-AAF44E0CA3F6}" srcOrd="14" destOrd="0" presId="urn:microsoft.com/office/officeart/2005/8/layout/bProcess4"/>
    <dgm:cxn modelId="{7DEFC699-8F67-4941-9ED2-0394670FD6E1}" type="presParOf" srcId="{92EFD337-C8E5-48BD-95D6-AAF44E0CA3F6}" destId="{F304323B-5F05-437C-AD47-C7644E99DAB5}" srcOrd="0" destOrd="0" presId="urn:microsoft.com/office/officeart/2005/8/layout/bProcess4"/>
    <dgm:cxn modelId="{56317892-1195-4F16-A36B-198AAAB7CD34}" type="presParOf" srcId="{92EFD337-C8E5-48BD-95D6-AAF44E0CA3F6}" destId="{CAE11A81-E37D-4526-BEA1-C11CC25E1C4A}" srcOrd="1" destOrd="0" presId="urn:microsoft.com/office/officeart/2005/8/layout/bProcess4"/>
    <dgm:cxn modelId="{469D1836-B571-439D-BB3A-7B8F68FCA5C3}" type="presParOf" srcId="{781A1CDC-071F-4E7E-B7BD-119D45263B98}" destId="{F0F38E61-6D98-42AB-AA06-F67D4060A3F7}" srcOrd="15" destOrd="0" presId="urn:microsoft.com/office/officeart/2005/8/layout/bProcess4"/>
    <dgm:cxn modelId="{75E2BD1A-39F7-4E51-B024-9FED7D69A927}" type="presParOf" srcId="{781A1CDC-071F-4E7E-B7BD-119D45263B98}" destId="{18F485E4-AC74-46F5-A8DA-F265934FAB9C}" srcOrd="16" destOrd="0" presId="urn:microsoft.com/office/officeart/2005/8/layout/bProcess4"/>
    <dgm:cxn modelId="{A0DD070D-1D0F-41C9-8F6D-0001C21B4723}" type="presParOf" srcId="{18F485E4-AC74-46F5-A8DA-F265934FAB9C}" destId="{08F3E7E4-2298-407F-9934-93E0A970F0AD}" srcOrd="0" destOrd="0" presId="urn:microsoft.com/office/officeart/2005/8/layout/bProcess4"/>
    <dgm:cxn modelId="{A19D0ADF-28B7-4940-AEF5-547858635E16}" type="presParOf" srcId="{18F485E4-AC74-46F5-A8DA-F265934FAB9C}" destId="{7965D219-F23C-4EA7-BDB7-0FDAA484BC59}" srcOrd="1" destOrd="0" presId="urn:microsoft.com/office/officeart/2005/8/layout/bProcess4"/>
    <dgm:cxn modelId="{A24BEE2C-8C46-480C-ACA8-D039B58EAE19}" type="presParOf" srcId="{781A1CDC-071F-4E7E-B7BD-119D45263B98}" destId="{57221038-B049-441C-A2A3-B821BB76053F}" srcOrd="17" destOrd="0" presId="urn:microsoft.com/office/officeart/2005/8/layout/bProcess4"/>
    <dgm:cxn modelId="{1DCFA4D5-C2C8-4622-B821-C3F1F69488FD}" type="presParOf" srcId="{781A1CDC-071F-4E7E-B7BD-119D45263B98}" destId="{9EF6737F-C92F-4280-84D0-9D9C1A11B7EF}" srcOrd="18" destOrd="0" presId="urn:microsoft.com/office/officeart/2005/8/layout/bProcess4"/>
    <dgm:cxn modelId="{1B54330E-86E7-4C1E-B655-DCBB9E1EF5F8}" type="presParOf" srcId="{9EF6737F-C92F-4280-84D0-9D9C1A11B7EF}" destId="{92E9F3B4-145C-4C48-B266-71162127FEB0}" srcOrd="0" destOrd="0" presId="urn:microsoft.com/office/officeart/2005/8/layout/bProcess4"/>
    <dgm:cxn modelId="{193068E7-1C3D-4E97-B73E-5AB5A78CEFB8}" type="presParOf" srcId="{9EF6737F-C92F-4280-84D0-9D9C1A11B7EF}" destId="{6BBA2E9E-9DA5-44F2-8B79-1A966E2FC624}" srcOrd="1" destOrd="0" presId="urn:microsoft.com/office/officeart/2005/8/layout/bProcess4"/>
    <dgm:cxn modelId="{CEDDB384-6C6A-4B94-BCCB-64EBB4DE58E1}" type="presParOf" srcId="{781A1CDC-071F-4E7E-B7BD-119D45263B98}" destId="{86BE7444-9A04-452B-A114-3E93991D448C}" srcOrd="19" destOrd="0" presId="urn:microsoft.com/office/officeart/2005/8/layout/bProcess4"/>
    <dgm:cxn modelId="{5B544D6C-439F-4B48-BC35-58C2C0649504}" type="presParOf" srcId="{781A1CDC-071F-4E7E-B7BD-119D45263B98}" destId="{AA1E839C-9F42-4FD3-9B3B-C8B7819EE094}" srcOrd="20" destOrd="0" presId="urn:microsoft.com/office/officeart/2005/8/layout/bProcess4"/>
    <dgm:cxn modelId="{2D606758-88CC-4A77-8C64-B6F9C409B8E6}" type="presParOf" srcId="{AA1E839C-9F42-4FD3-9B3B-C8B7819EE094}" destId="{F6D46987-72DD-49D3-B20B-0879E88A56F3}" srcOrd="0" destOrd="0" presId="urn:microsoft.com/office/officeart/2005/8/layout/bProcess4"/>
    <dgm:cxn modelId="{E355C5A4-0B7D-4BF7-9D7E-21AE6214F542}" type="presParOf" srcId="{AA1E839C-9F42-4FD3-9B3B-C8B7819EE094}" destId="{3F3AB63A-FEB5-40D8-91FA-67BD5026D3BA}" srcOrd="1" destOrd="0" presId="urn:microsoft.com/office/officeart/2005/8/layout/bProcess4"/>
    <dgm:cxn modelId="{483288E1-E7EA-40F5-8D26-968F792F1497}" type="presParOf" srcId="{781A1CDC-071F-4E7E-B7BD-119D45263B98}" destId="{062B131C-9C83-4A39-B940-5DEE3A2C6D19}" srcOrd="21" destOrd="0" presId="urn:microsoft.com/office/officeart/2005/8/layout/bProcess4"/>
    <dgm:cxn modelId="{8A8A59D9-6635-45DA-8FA8-E8BE404C0134}" type="presParOf" srcId="{781A1CDC-071F-4E7E-B7BD-119D45263B98}" destId="{6652A516-EDDA-4040-9F45-47576CAEA95F}" srcOrd="22" destOrd="0" presId="urn:microsoft.com/office/officeart/2005/8/layout/bProcess4"/>
    <dgm:cxn modelId="{9D06FC0F-8D3C-473A-8135-1BE063EDED38}" type="presParOf" srcId="{6652A516-EDDA-4040-9F45-47576CAEA95F}" destId="{09809778-9BF0-4A8F-ACD5-16FF527EBE15}" srcOrd="0" destOrd="0" presId="urn:microsoft.com/office/officeart/2005/8/layout/bProcess4"/>
    <dgm:cxn modelId="{B76CC915-45D2-4612-BCFE-8362C161A0CF}" type="presParOf" srcId="{6652A516-EDDA-4040-9F45-47576CAEA95F}" destId="{8B4FFDDC-DBA2-4DF8-B01A-44E99B2FC21B}" srcOrd="1" destOrd="0" presId="urn:microsoft.com/office/officeart/2005/8/layout/bProcess4"/>
    <dgm:cxn modelId="{5B884FED-7FA3-46B4-BFA6-832B9ECDC1D9}" type="presParOf" srcId="{781A1CDC-071F-4E7E-B7BD-119D45263B98}" destId="{C55106B8-1E14-4466-B927-F1A681B3E6F5}" srcOrd="23" destOrd="0" presId="urn:microsoft.com/office/officeart/2005/8/layout/bProcess4"/>
    <dgm:cxn modelId="{9EE3A13B-ECDB-4430-8910-963BF4E20F07}" type="presParOf" srcId="{781A1CDC-071F-4E7E-B7BD-119D45263B98}" destId="{E4588FB4-F24E-4303-A0B4-537F0A666EB7}" srcOrd="24" destOrd="0" presId="urn:microsoft.com/office/officeart/2005/8/layout/bProcess4"/>
    <dgm:cxn modelId="{2B44145D-2BE1-47C3-B1C0-99F2F08F776F}" type="presParOf" srcId="{E4588FB4-F24E-4303-A0B4-537F0A666EB7}" destId="{657A32A9-05EA-417F-ADBD-B0728304BE36}" srcOrd="0" destOrd="0" presId="urn:microsoft.com/office/officeart/2005/8/layout/bProcess4"/>
    <dgm:cxn modelId="{D1E0F692-514B-4903-8FFA-129D131E4DFB}" type="presParOf" srcId="{E4588FB4-F24E-4303-A0B4-537F0A666EB7}" destId="{CA61B52A-712B-4F5A-8F07-50DF0A3C6BBF}" srcOrd="1" destOrd="0" presId="urn:microsoft.com/office/officeart/2005/8/layout/bProcess4"/>
    <dgm:cxn modelId="{8F0DFDAA-F134-4707-8541-E6CF2350EA94}" type="presParOf" srcId="{781A1CDC-071F-4E7E-B7BD-119D45263B98}" destId="{60AB10A6-80B7-4709-B279-32795A997238}" srcOrd="25" destOrd="0" presId="urn:microsoft.com/office/officeart/2005/8/layout/bProcess4"/>
    <dgm:cxn modelId="{C8C284F0-FB19-4EDC-9F58-3FF5B5653157}" type="presParOf" srcId="{781A1CDC-071F-4E7E-B7BD-119D45263B98}" destId="{8FC5B28C-111C-44CD-9F12-6AE5EA60F88F}" srcOrd="26" destOrd="0" presId="urn:microsoft.com/office/officeart/2005/8/layout/bProcess4"/>
    <dgm:cxn modelId="{F1940F2A-6227-4388-B544-1381DFAF1A68}" type="presParOf" srcId="{8FC5B28C-111C-44CD-9F12-6AE5EA60F88F}" destId="{2A62868A-0699-4902-92FB-22BC36917A49}" srcOrd="0" destOrd="0" presId="urn:microsoft.com/office/officeart/2005/8/layout/bProcess4"/>
    <dgm:cxn modelId="{89EFE335-328D-4F97-95D0-44DB9B3806F6}" type="presParOf" srcId="{8FC5B28C-111C-44CD-9F12-6AE5EA60F88F}" destId="{40853674-3E74-4427-AAE8-F7C4844ECE04}" srcOrd="1" destOrd="0" presId="urn:microsoft.com/office/officeart/2005/8/layout/bProcess4"/>
    <dgm:cxn modelId="{B72FA594-ADCE-42D8-BDAF-0FB73442C90B}" type="presParOf" srcId="{781A1CDC-071F-4E7E-B7BD-119D45263B98}" destId="{F3A586B3-14E6-4F8A-BC1A-43BC20E8BD3D}" srcOrd="27" destOrd="0" presId="urn:microsoft.com/office/officeart/2005/8/layout/bProcess4"/>
    <dgm:cxn modelId="{6955852A-6B08-4DCF-B4E4-6D9A2D26BEB3}" type="presParOf" srcId="{781A1CDC-071F-4E7E-B7BD-119D45263B98}" destId="{D87D80F6-A0F6-4B30-893E-45B5C36832AD}" srcOrd="28" destOrd="0" presId="urn:microsoft.com/office/officeart/2005/8/layout/bProcess4"/>
    <dgm:cxn modelId="{74E66F16-F09A-4019-A9AC-B6FC6EC02D35}" type="presParOf" srcId="{D87D80F6-A0F6-4B30-893E-45B5C36832AD}" destId="{45A6D6EE-A0B3-4AA4-A653-89F1779675DC}" srcOrd="0" destOrd="0" presId="urn:microsoft.com/office/officeart/2005/8/layout/bProcess4"/>
    <dgm:cxn modelId="{6FE73E92-F881-4381-91E8-6E058A5F3896}" type="presParOf" srcId="{D87D80F6-A0F6-4B30-893E-45B5C36832AD}" destId="{F8A34E53-A766-4BB5-BBBD-436ED8988BC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A7D6322-33D2-40B3-806F-062B7732D8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74C8577-81B8-4477-BECA-6BA522BC416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200" b="0" i="0">
              <a:latin typeface="Aptos"/>
            </a:rPr>
            <a:t>The Equifax breach shows how important cybersecurity is for protecting sensitive information.</a:t>
          </a:r>
          <a:endParaRPr lang="en-US" sz="1200">
            <a:latin typeface="Aptos"/>
          </a:endParaRPr>
        </a:p>
      </dgm:t>
    </dgm:pt>
    <dgm:pt modelId="{5B20E0B0-FDFB-427A-A86F-BBF76FF91F0C}" type="parTrans" cxnId="{A826D7DB-3E37-4688-A4B3-0A5AA66A7451}">
      <dgm:prSet/>
      <dgm:spPr/>
      <dgm:t>
        <a:bodyPr/>
        <a:lstStyle/>
        <a:p>
          <a:endParaRPr lang="en-US"/>
        </a:p>
      </dgm:t>
    </dgm:pt>
    <dgm:pt modelId="{E63F6C47-FBAC-4165-91D2-DA61FA75C24A}" type="sibTrans" cxnId="{A826D7DB-3E37-4688-A4B3-0A5AA66A7451}">
      <dgm:prSet/>
      <dgm:spPr/>
      <dgm:t>
        <a:bodyPr/>
        <a:lstStyle/>
        <a:p>
          <a:endParaRPr lang="en-US"/>
        </a:p>
      </dgm:t>
    </dgm:pt>
    <dgm:pt modelId="{7F738F85-8991-4D7C-A7BD-9CD6A2CCADD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sz="1200" b="0" i="0">
              <a:latin typeface="Aptos"/>
            </a:rPr>
            <a:t>This vulnerability in the outdated software allowed the hackers to access the personal information, showing that small oversights can lead to massive consequences.</a:t>
          </a:r>
          <a:endParaRPr lang="en-US" sz="1200">
            <a:latin typeface="Aptos"/>
          </a:endParaRPr>
        </a:p>
      </dgm:t>
    </dgm:pt>
    <dgm:pt modelId="{4B92A5E9-50A8-4DC9-ADB4-C75ADAF70D52}" type="parTrans" cxnId="{0B48FF7F-2E59-4AB1-A1D4-D23310E4C438}">
      <dgm:prSet/>
      <dgm:spPr/>
      <dgm:t>
        <a:bodyPr/>
        <a:lstStyle/>
        <a:p>
          <a:endParaRPr lang="en-US"/>
        </a:p>
      </dgm:t>
    </dgm:pt>
    <dgm:pt modelId="{9A642614-BE38-4D88-8BA1-9CF4E744DCEF}" type="sibTrans" cxnId="{0B48FF7F-2E59-4AB1-A1D4-D23310E4C438}">
      <dgm:prSet/>
      <dgm:spPr/>
      <dgm:t>
        <a:bodyPr/>
        <a:lstStyle/>
        <a:p>
          <a:endParaRPr lang="en-US"/>
        </a:p>
      </dgm:t>
    </dgm:pt>
    <dgm:pt modelId="{941468FA-386C-4433-AA48-0A958E46559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sz="1200" b="0" i="0">
              <a:latin typeface="Aptos"/>
            </a:rPr>
            <a:t>This breach caused financial loss, legal action and irreversible damage to Equifax's reputation.</a:t>
          </a:r>
          <a:endParaRPr lang="en-US" sz="1200">
            <a:latin typeface="Aptos"/>
          </a:endParaRPr>
        </a:p>
      </dgm:t>
    </dgm:pt>
    <dgm:pt modelId="{1BF529FB-67FF-401B-A7CA-654053988002}" type="parTrans" cxnId="{923AE3BF-7D8A-4E89-81E2-3355206DCA1F}">
      <dgm:prSet/>
      <dgm:spPr/>
      <dgm:t>
        <a:bodyPr/>
        <a:lstStyle/>
        <a:p>
          <a:endParaRPr lang="en-US"/>
        </a:p>
      </dgm:t>
    </dgm:pt>
    <dgm:pt modelId="{883FDC33-FD63-4B40-B6D8-085D90DC53EB}" type="sibTrans" cxnId="{923AE3BF-7D8A-4E89-81E2-3355206DCA1F}">
      <dgm:prSet/>
      <dgm:spPr/>
      <dgm:t>
        <a:bodyPr/>
        <a:lstStyle/>
        <a:p>
          <a:endParaRPr lang="en-US"/>
        </a:p>
      </dgm:t>
    </dgm:pt>
    <dgm:pt modelId="{A9868EC7-6B5F-48E0-A41E-9AA11F628D9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sz="1200" b="0" i="0">
              <a:latin typeface="Aptos"/>
            </a:rPr>
            <a:t>This breach has shown us the importance of following security principles and carry out network monitoring to prevent similar attacks from happening.</a:t>
          </a:r>
          <a:endParaRPr lang="en-US" sz="1200">
            <a:latin typeface="Aptos"/>
          </a:endParaRPr>
        </a:p>
      </dgm:t>
    </dgm:pt>
    <dgm:pt modelId="{D2FA6ADD-B3AB-49A2-B335-8A97755A16A3}" type="parTrans" cxnId="{D4F6075D-A30F-414C-9312-D409FD0E2F63}">
      <dgm:prSet/>
      <dgm:spPr/>
      <dgm:t>
        <a:bodyPr/>
        <a:lstStyle/>
        <a:p>
          <a:endParaRPr lang="en-US"/>
        </a:p>
      </dgm:t>
    </dgm:pt>
    <dgm:pt modelId="{9C77C94F-E9D8-4539-8023-22B1741D66D5}" type="sibTrans" cxnId="{D4F6075D-A30F-414C-9312-D409FD0E2F63}">
      <dgm:prSet/>
      <dgm:spPr/>
      <dgm:t>
        <a:bodyPr/>
        <a:lstStyle/>
        <a:p>
          <a:endParaRPr lang="en-US"/>
        </a:p>
      </dgm:t>
    </dgm:pt>
    <dgm:pt modelId="{665B0A63-264B-4B7B-83BF-8B69AEBE5A74}" type="pres">
      <dgm:prSet presAssocID="{BA7D6322-33D2-40B3-806F-062B7732D873}" presName="root" presStyleCnt="0">
        <dgm:presLayoutVars>
          <dgm:dir/>
          <dgm:resizeHandles val="exact"/>
        </dgm:presLayoutVars>
      </dgm:prSet>
      <dgm:spPr/>
    </dgm:pt>
    <dgm:pt modelId="{BDC40FC0-2FEE-46DF-9B11-FF9754749943}" type="pres">
      <dgm:prSet presAssocID="{574C8577-81B8-4477-BECA-6BA522BC4162}" presName="compNode" presStyleCnt="0"/>
      <dgm:spPr/>
    </dgm:pt>
    <dgm:pt modelId="{B684FC27-0E45-4F75-A9EC-2B411134BBA9}" type="pres">
      <dgm:prSet presAssocID="{574C8577-81B8-4477-BECA-6BA522BC41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ED2C2E5-41B4-4A92-AAF7-76D2BF59C157}" type="pres">
      <dgm:prSet presAssocID="{574C8577-81B8-4477-BECA-6BA522BC4162}" presName="spaceRect" presStyleCnt="0"/>
      <dgm:spPr/>
    </dgm:pt>
    <dgm:pt modelId="{CB42323E-B43B-4544-8E9D-1F002D0961FC}" type="pres">
      <dgm:prSet presAssocID="{574C8577-81B8-4477-BECA-6BA522BC4162}" presName="textRect" presStyleLbl="revTx" presStyleIdx="0" presStyleCnt="4">
        <dgm:presLayoutVars>
          <dgm:chMax val="1"/>
          <dgm:chPref val="1"/>
        </dgm:presLayoutVars>
      </dgm:prSet>
      <dgm:spPr/>
    </dgm:pt>
    <dgm:pt modelId="{321A1F1D-280E-4FCD-8E6D-B225A70D6B62}" type="pres">
      <dgm:prSet presAssocID="{E63F6C47-FBAC-4165-91D2-DA61FA75C24A}" presName="sibTrans" presStyleCnt="0"/>
      <dgm:spPr/>
    </dgm:pt>
    <dgm:pt modelId="{F4D3A53F-9EFB-4EA7-81EA-F22B6F9335E4}" type="pres">
      <dgm:prSet presAssocID="{7F738F85-8991-4D7C-A7BD-9CD6A2CCADDB}" presName="compNode" presStyleCnt="0"/>
      <dgm:spPr/>
    </dgm:pt>
    <dgm:pt modelId="{DB8BE38B-E73B-47BE-ACA1-15FDCFC833C7}" type="pres">
      <dgm:prSet presAssocID="{7F738F85-8991-4D7C-A7BD-9CD6A2CCAD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5BA6172-DD81-490C-8E3C-FAC7178C9A31}" type="pres">
      <dgm:prSet presAssocID="{7F738F85-8991-4D7C-A7BD-9CD6A2CCADDB}" presName="spaceRect" presStyleCnt="0"/>
      <dgm:spPr/>
    </dgm:pt>
    <dgm:pt modelId="{495536FF-43E6-43CB-8687-F5BDC1D708DD}" type="pres">
      <dgm:prSet presAssocID="{7F738F85-8991-4D7C-A7BD-9CD6A2CCADDB}" presName="textRect" presStyleLbl="revTx" presStyleIdx="1" presStyleCnt="4">
        <dgm:presLayoutVars>
          <dgm:chMax val="1"/>
          <dgm:chPref val="1"/>
        </dgm:presLayoutVars>
      </dgm:prSet>
      <dgm:spPr/>
    </dgm:pt>
    <dgm:pt modelId="{E322A6C7-1014-4B8C-9E9E-26F296963997}" type="pres">
      <dgm:prSet presAssocID="{9A642614-BE38-4D88-8BA1-9CF4E744DCEF}" presName="sibTrans" presStyleCnt="0"/>
      <dgm:spPr/>
    </dgm:pt>
    <dgm:pt modelId="{A0774C54-FE26-465F-84FA-2CE665780B74}" type="pres">
      <dgm:prSet presAssocID="{941468FA-386C-4433-AA48-0A958E46559D}" presName="compNode" presStyleCnt="0"/>
      <dgm:spPr/>
    </dgm:pt>
    <dgm:pt modelId="{C4522B31-F5FC-4840-8DC1-3558EDF0D367}" type="pres">
      <dgm:prSet presAssocID="{941468FA-386C-4433-AA48-0A958E46559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B5947A4F-CFA0-4925-B402-E68375CBEC3C}" type="pres">
      <dgm:prSet presAssocID="{941468FA-386C-4433-AA48-0A958E46559D}" presName="spaceRect" presStyleCnt="0"/>
      <dgm:spPr/>
    </dgm:pt>
    <dgm:pt modelId="{8AEE7029-A0B9-47A4-9269-A6ACC9C80067}" type="pres">
      <dgm:prSet presAssocID="{941468FA-386C-4433-AA48-0A958E46559D}" presName="textRect" presStyleLbl="revTx" presStyleIdx="2" presStyleCnt="4">
        <dgm:presLayoutVars>
          <dgm:chMax val="1"/>
          <dgm:chPref val="1"/>
        </dgm:presLayoutVars>
      </dgm:prSet>
      <dgm:spPr/>
    </dgm:pt>
    <dgm:pt modelId="{5152525A-7CFA-4008-8B73-B2C945306F64}" type="pres">
      <dgm:prSet presAssocID="{883FDC33-FD63-4B40-B6D8-085D90DC53EB}" presName="sibTrans" presStyleCnt="0"/>
      <dgm:spPr/>
    </dgm:pt>
    <dgm:pt modelId="{CDDFBE50-4180-4FF1-B7AF-E9C175FB339E}" type="pres">
      <dgm:prSet presAssocID="{A9868EC7-6B5F-48E0-A41E-9AA11F628D98}" presName="compNode" presStyleCnt="0"/>
      <dgm:spPr/>
    </dgm:pt>
    <dgm:pt modelId="{65161219-D603-41EB-9C54-03EB6A8D0656}" type="pres">
      <dgm:prSet presAssocID="{A9868EC7-6B5F-48E0-A41E-9AA11F628D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99F438-B279-4BA9-BEC8-8599199F4D22}" type="pres">
      <dgm:prSet presAssocID="{A9868EC7-6B5F-48E0-A41E-9AA11F628D98}" presName="spaceRect" presStyleCnt="0"/>
      <dgm:spPr/>
    </dgm:pt>
    <dgm:pt modelId="{745955F9-E68E-4AAD-ACF9-879A2200DB0F}" type="pres">
      <dgm:prSet presAssocID="{A9868EC7-6B5F-48E0-A41E-9AA11F628D9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5DAA836-EBE0-4C18-B61A-F6747193B1DD}" type="presOf" srcId="{7F738F85-8991-4D7C-A7BD-9CD6A2CCADDB}" destId="{495536FF-43E6-43CB-8687-F5BDC1D708DD}" srcOrd="0" destOrd="0" presId="urn:microsoft.com/office/officeart/2018/2/layout/IconLabelList"/>
    <dgm:cxn modelId="{D4F6075D-A30F-414C-9312-D409FD0E2F63}" srcId="{BA7D6322-33D2-40B3-806F-062B7732D873}" destId="{A9868EC7-6B5F-48E0-A41E-9AA11F628D98}" srcOrd="3" destOrd="0" parTransId="{D2FA6ADD-B3AB-49A2-B335-8A97755A16A3}" sibTransId="{9C77C94F-E9D8-4539-8023-22B1741D66D5}"/>
    <dgm:cxn modelId="{0B48FF7F-2E59-4AB1-A1D4-D23310E4C438}" srcId="{BA7D6322-33D2-40B3-806F-062B7732D873}" destId="{7F738F85-8991-4D7C-A7BD-9CD6A2CCADDB}" srcOrd="1" destOrd="0" parTransId="{4B92A5E9-50A8-4DC9-ADB4-C75ADAF70D52}" sibTransId="{9A642614-BE38-4D88-8BA1-9CF4E744DCEF}"/>
    <dgm:cxn modelId="{F5006195-5A88-4F2C-A965-74D9AF99B26E}" type="presOf" srcId="{941468FA-386C-4433-AA48-0A958E46559D}" destId="{8AEE7029-A0B9-47A4-9269-A6ACC9C80067}" srcOrd="0" destOrd="0" presId="urn:microsoft.com/office/officeart/2018/2/layout/IconLabelList"/>
    <dgm:cxn modelId="{6EBFD2BC-CD5F-4E92-A975-DF11380E1E15}" type="presOf" srcId="{A9868EC7-6B5F-48E0-A41E-9AA11F628D98}" destId="{745955F9-E68E-4AAD-ACF9-879A2200DB0F}" srcOrd="0" destOrd="0" presId="urn:microsoft.com/office/officeart/2018/2/layout/IconLabelList"/>
    <dgm:cxn modelId="{923AE3BF-7D8A-4E89-81E2-3355206DCA1F}" srcId="{BA7D6322-33D2-40B3-806F-062B7732D873}" destId="{941468FA-386C-4433-AA48-0A958E46559D}" srcOrd="2" destOrd="0" parTransId="{1BF529FB-67FF-401B-A7CA-654053988002}" sibTransId="{883FDC33-FD63-4B40-B6D8-085D90DC53EB}"/>
    <dgm:cxn modelId="{A826D7DB-3E37-4688-A4B3-0A5AA66A7451}" srcId="{BA7D6322-33D2-40B3-806F-062B7732D873}" destId="{574C8577-81B8-4477-BECA-6BA522BC4162}" srcOrd="0" destOrd="0" parTransId="{5B20E0B0-FDFB-427A-A86F-BBF76FF91F0C}" sibTransId="{E63F6C47-FBAC-4165-91D2-DA61FA75C24A}"/>
    <dgm:cxn modelId="{580A2BF4-5F58-438C-98D6-AEE492570213}" type="presOf" srcId="{BA7D6322-33D2-40B3-806F-062B7732D873}" destId="{665B0A63-264B-4B7B-83BF-8B69AEBE5A74}" srcOrd="0" destOrd="0" presId="urn:microsoft.com/office/officeart/2018/2/layout/IconLabelList"/>
    <dgm:cxn modelId="{EADA17FE-FC12-4A10-9196-553C96A99A2C}" type="presOf" srcId="{574C8577-81B8-4477-BECA-6BA522BC4162}" destId="{CB42323E-B43B-4544-8E9D-1F002D0961FC}" srcOrd="0" destOrd="0" presId="urn:microsoft.com/office/officeart/2018/2/layout/IconLabelList"/>
    <dgm:cxn modelId="{F1991CAB-5998-404A-9951-99D9EB431A3E}" type="presParOf" srcId="{665B0A63-264B-4B7B-83BF-8B69AEBE5A74}" destId="{BDC40FC0-2FEE-46DF-9B11-FF9754749943}" srcOrd="0" destOrd="0" presId="urn:microsoft.com/office/officeart/2018/2/layout/IconLabelList"/>
    <dgm:cxn modelId="{FD59A820-4F65-4059-9352-C0174496B004}" type="presParOf" srcId="{BDC40FC0-2FEE-46DF-9B11-FF9754749943}" destId="{B684FC27-0E45-4F75-A9EC-2B411134BBA9}" srcOrd="0" destOrd="0" presId="urn:microsoft.com/office/officeart/2018/2/layout/IconLabelList"/>
    <dgm:cxn modelId="{B6CE5AE7-0A92-4EFF-A084-19670EC050ED}" type="presParOf" srcId="{BDC40FC0-2FEE-46DF-9B11-FF9754749943}" destId="{0ED2C2E5-41B4-4A92-AAF7-76D2BF59C157}" srcOrd="1" destOrd="0" presId="urn:microsoft.com/office/officeart/2018/2/layout/IconLabelList"/>
    <dgm:cxn modelId="{ABCB022E-DC72-4B91-86E3-DAF5F70F40C3}" type="presParOf" srcId="{BDC40FC0-2FEE-46DF-9B11-FF9754749943}" destId="{CB42323E-B43B-4544-8E9D-1F002D0961FC}" srcOrd="2" destOrd="0" presId="urn:microsoft.com/office/officeart/2018/2/layout/IconLabelList"/>
    <dgm:cxn modelId="{12230230-0F26-4845-8539-4DAF94829BCA}" type="presParOf" srcId="{665B0A63-264B-4B7B-83BF-8B69AEBE5A74}" destId="{321A1F1D-280E-4FCD-8E6D-B225A70D6B62}" srcOrd="1" destOrd="0" presId="urn:microsoft.com/office/officeart/2018/2/layout/IconLabelList"/>
    <dgm:cxn modelId="{04F5E14A-6507-4C0A-9ED2-1C3D2B9BE78D}" type="presParOf" srcId="{665B0A63-264B-4B7B-83BF-8B69AEBE5A74}" destId="{F4D3A53F-9EFB-4EA7-81EA-F22B6F9335E4}" srcOrd="2" destOrd="0" presId="urn:microsoft.com/office/officeart/2018/2/layout/IconLabelList"/>
    <dgm:cxn modelId="{CF7CA13F-8BAD-4947-A91F-EB6494FC05B1}" type="presParOf" srcId="{F4D3A53F-9EFB-4EA7-81EA-F22B6F9335E4}" destId="{DB8BE38B-E73B-47BE-ACA1-15FDCFC833C7}" srcOrd="0" destOrd="0" presId="urn:microsoft.com/office/officeart/2018/2/layout/IconLabelList"/>
    <dgm:cxn modelId="{30C422DC-BA3D-45A5-87AC-125D2D536817}" type="presParOf" srcId="{F4D3A53F-9EFB-4EA7-81EA-F22B6F9335E4}" destId="{55BA6172-DD81-490C-8E3C-FAC7178C9A31}" srcOrd="1" destOrd="0" presId="urn:microsoft.com/office/officeart/2018/2/layout/IconLabelList"/>
    <dgm:cxn modelId="{BFB3FE0B-87DB-4DF5-8BF2-2FE437F60FE5}" type="presParOf" srcId="{F4D3A53F-9EFB-4EA7-81EA-F22B6F9335E4}" destId="{495536FF-43E6-43CB-8687-F5BDC1D708DD}" srcOrd="2" destOrd="0" presId="urn:microsoft.com/office/officeart/2018/2/layout/IconLabelList"/>
    <dgm:cxn modelId="{3664584E-A7EA-4F2A-9AFB-4310E191E36B}" type="presParOf" srcId="{665B0A63-264B-4B7B-83BF-8B69AEBE5A74}" destId="{E322A6C7-1014-4B8C-9E9E-26F296963997}" srcOrd="3" destOrd="0" presId="urn:microsoft.com/office/officeart/2018/2/layout/IconLabelList"/>
    <dgm:cxn modelId="{8BC60D87-6CA4-4BCD-8D2D-7784B332C62C}" type="presParOf" srcId="{665B0A63-264B-4B7B-83BF-8B69AEBE5A74}" destId="{A0774C54-FE26-465F-84FA-2CE665780B74}" srcOrd="4" destOrd="0" presId="urn:microsoft.com/office/officeart/2018/2/layout/IconLabelList"/>
    <dgm:cxn modelId="{2685D7FD-744F-4697-ABD3-9CF88AD4D13D}" type="presParOf" srcId="{A0774C54-FE26-465F-84FA-2CE665780B74}" destId="{C4522B31-F5FC-4840-8DC1-3558EDF0D367}" srcOrd="0" destOrd="0" presId="urn:microsoft.com/office/officeart/2018/2/layout/IconLabelList"/>
    <dgm:cxn modelId="{B55DE034-C28E-47EE-B317-8BB29BC4191D}" type="presParOf" srcId="{A0774C54-FE26-465F-84FA-2CE665780B74}" destId="{B5947A4F-CFA0-4925-B402-E68375CBEC3C}" srcOrd="1" destOrd="0" presId="urn:microsoft.com/office/officeart/2018/2/layout/IconLabelList"/>
    <dgm:cxn modelId="{E6C2E5FA-90F7-477D-AB79-118F25868E37}" type="presParOf" srcId="{A0774C54-FE26-465F-84FA-2CE665780B74}" destId="{8AEE7029-A0B9-47A4-9269-A6ACC9C80067}" srcOrd="2" destOrd="0" presId="urn:microsoft.com/office/officeart/2018/2/layout/IconLabelList"/>
    <dgm:cxn modelId="{8F2CD00E-DBA8-422A-B410-0D256CA75207}" type="presParOf" srcId="{665B0A63-264B-4B7B-83BF-8B69AEBE5A74}" destId="{5152525A-7CFA-4008-8B73-B2C945306F64}" srcOrd="5" destOrd="0" presId="urn:microsoft.com/office/officeart/2018/2/layout/IconLabelList"/>
    <dgm:cxn modelId="{0B327E92-9890-40A5-9035-1B6C293C1547}" type="presParOf" srcId="{665B0A63-264B-4B7B-83BF-8B69AEBE5A74}" destId="{CDDFBE50-4180-4FF1-B7AF-E9C175FB339E}" srcOrd="6" destOrd="0" presId="urn:microsoft.com/office/officeart/2018/2/layout/IconLabelList"/>
    <dgm:cxn modelId="{8686DB5D-7E00-46BA-8FBE-22904D30BF2E}" type="presParOf" srcId="{CDDFBE50-4180-4FF1-B7AF-E9C175FB339E}" destId="{65161219-D603-41EB-9C54-03EB6A8D0656}" srcOrd="0" destOrd="0" presId="urn:microsoft.com/office/officeart/2018/2/layout/IconLabelList"/>
    <dgm:cxn modelId="{6627E55F-7A21-4F04-AED2-B9EE8F9E3F0D}" type="presParOf" srcId="{CDDFBE50-4180-4FF1-B7AF-E9C175FB339E}" destId="{CC99F438-B279-4BA9-BEC8-8599199F4D22}" srcOrd="1" destOrd="0" presId="urn:microsoft.com/office/officeart/2018/2/layout/IconLabelList"/>
    <dgm:cxn modelId="{DA5B727E-1AE4-4B01-BB0C-EE190E3D2946}" type="presParOf" srcId="{CDDFBE50-4180-4FF1-B7AF-E9C175FB339E}" destId="{745955F9-E68E-4AAD-ACF9-879A2200DB0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1E83F-5FA7-4039-88F9-866D3EA63B2F}">
      <dsp:nvSpPr>
        <dsp:cNvPr id="0" name=""/>
        <dsp:cNvSpPr/>
      </dsp:nvSpPr>
      <dsp:spPr>
        <a:xfrm>
          <a:off x="0" y="710445"/>
          <a:ext cx="6728905" cy="1311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6B6F4-BDF4-4C7D-B85D-D33A55A3ED33}">
      <dsp:nvSpPr>
        <dsp:cNvPr id="0" name=""/>
        <dsp:cNvSpPr/>
      </dsp:nvSpPr>
      <dsp:spPr>
        <a:xfrm>
          <a:off x="396756" y="1005553"/>
          <a:ext cx="721375" cy="721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C808B-5EB5-4D6A-97BF-76272C37D372}">
      <dsp:nvSpPr>
        <dsp:cNvPr id="0" name=""/>
        <dsp:cNvSpPr/>
      </dsp:nvSpPr>
      <dsp:spPr>
        <a:xfrm>
          <a:off x="1514888" y="710445"/>
          <a:ext cx="5214016" cy="1311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10" tIns="138810" rIns="138810" bIns="1388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>
              <a:latin typeface="Aptos"/>
            </a:rPr>
            <a:t>Equifax is one of the largest credit reporting companies in the world, that collects and manages personal and financial data.</a:t>
          </a:r>
          <a:endParaRPr lang="en-US" sz="1800" kern="1200">
            <a:latin typeface="Aptos"/>
          </a:endParaRPr>
        </a:p>
      </dsp:txBody>
      <dsp:txXfrm>
        <a:off x="1514888" y="710445"/>
        <a:ext cx="5214016" cy="1311591"/>
      </dsp:txXfrm>
    </dsp:sp>
    <dsp:sp modelId="{0C61771E-E060-4C6A-B6DE-1E7CF25AD88A}">
      <dsp:nvSpPr>
        <dsp:cNvPr id="0" name=""/>
        <dsp:cNvSpPr/>
      </dsp:nvSpPr>
      <dsp:spPr>
        <a:xfrm>
          <a:off x="0" y="2349935"/>
          <a:ext cx="6728905" cy="1311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101F9-1064-464F-AE78-266FD1912344}">
      <dsp:nvSpPr>
        <dsp:cNvPr id="0" name=""/>
        <dsp:cNvSpPr/>
      </dsp:nvSpPr>
      <dsp:spPr>
        <a:xfrm>
          <a:off x="396756" y="2645043"/>
          <a:ext cx="721375" cy="721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92FB3-F969-4F66-BB73-3E4028E99712}">
      <dsp:nvSpPr>
        <dsp:cNvPr id="0" name=""/>
        <dsp:cNvSpPr/>
      </dsp:nvSpPr>
      <dsp:spPr>
        <a:xfrm>
          <a:off x="1514888" y="2349935"/>
          <a:ext cx="5214016" cy="1311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10" tIns="138810" rIns="138810" bIns="13881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>
              <a:latin typeface="Aptos"/>
            </a:rPr>
            <a:t>Equifax collects, stores and analyses information about individuals and businesses, such as social security numbers, credit history and payment records.</a:t>
          </a:r>
          <a:endParaRPr lang="en-US" sz="1800" kern="1200">
            <a:latin typeface="Aptos"/>
          </a:endParaRPr>
        </a:p>
      </dsp:txBody>
      <dsp:txXfrm>
        <a:off x="1514888" y="2349935"/>
        <a:ext cx="5214016" cy="1311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4428C-2316-436E-97CA-24D672ED772B}">
      <dsp:nvSpPr>
        <dsp:cNvPr id="0" name=""/>
        <dsp:cNvSpPr/>
      </dsp:nvSpPr>
      <dsp:spPr>
        <a:xfrm>
          <a:off x="0" y="533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A05D1-5A9A-4C28-8F3A-A8814602622C}">
      <dsp:nvSpPr>
        <dsp:cNvPr id="0" name=""/>
        <dsp:cNvSpPr/>
      </dsp:nvSpPr>
      <dsp:spPr>
        <a:xfrm>
          <a:off x="377771" y="281520"/>
          <a:ext cx="686856" cy="6868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1778B-DE2B-4F26-9BC1-62D0E19E5C40}">
      <dsp:nvSpPr>
        <dsp:cNvPr id="0" name=""/>
        <dsp:cNvSpPr/>
      </dsp:nvSpPr>
      <dsp:spPr>
        <a:xfrm>
          <a:off x="1442398" y="533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Aptos"/>
            </a:rPr>
            <a:t>In 2017, Equifax, one of the largest consumer credit reporting agencies suffered a data breach.</a:t>
          </a:r>
          <a:endParaRPr lang="en-US" sz="2100" kern="1200">
            <a:latin typeface="Aptos"/>
          </a:endParaRPr>
        </a:p>
      </dsp:txBody>
      <dsp:txXfrm>
        <a:off x="1442398" y="533"/>
        <a:ext cx="5286506" cy="1248830"/>
      </dsp:txXfrm>
    </dsp:sp>
    <dsp:sp modelId="{2962EA72-E270-4B4D-9A8D-4AFF0AEA37CD}">
      <dsp:nvSpPr>
        <dsp:cNvPr id="0" name=""/>
        <dsp:cNvSpPr/>
      </dsp:nvSpPr>
      <dsp:spPr>
        <a:xfrm>
          <a:off x="0" y="1561571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33FE3-9215-4368-8278-F5F3AF0DEC2A}">
      <dsp:nvSpPr>
        <dsp:cNvPr id="0" name=""/>
        <dsp:cNvSpPr/>
      </dsp:nvSpPr>
      <dsp:spPr>
        <a:xfrm>
          <a:off x="377771" y="1842558"/>
          <a:ext cx="686856" cy="6868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034AC-2F6B-4D33-9A57-9B2B7F142A3C}">
      <dsp:nvSpPr>
        <dsp:cNvPr id="0" name=""/>
        <dsp:cNvSpPr/>
      </dsp:nvSpPr>
      <dsp:spPr>
        <a:xfrm>
          <a:off x="1442398" y="1561571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Aptos"/>
            </a:rPr>
            <a:t>This data breach is considered one of the most devastating cyberattacks in history.</a:t>
          </a:r>
          <a:endParaRPr lang="en-US" sz="2100" kern="1200">
            <a:latin typeface="Aptos"/>
          </a:endParaRPr>
        </a:p>
      </dsp:txBody>
      <dsp:txXfrm>
        <a:off x="1442398" y="1561571"/>
        <a:ext cx="5286506" cy="1248830"/>
      </dsp:txXfrm>
    </dsp:sp>
    <dsp:sp modelId="{A0C1CCD6-A7BF-4924-8E6F-9EB09A79D57B}">
      <dsp:nvSpPr>
        <dsp:cNvPr id="0" name=""/>
        <dsp:cNvSpPr/>
      </dsp:nvSpPr>
      <dsp:spPr>
        <a:xfrm>
          <a:off x="0" y="3122609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65B79-19C6-453A-A23D-AEB68E03D875}">
      <dsp:nvSpPr>
        <dsp:cNvPr id="0" name=""/>
        <dsp:cNvSpPr/>
      </dsp:nvSpPr>
      <dsp:spPr>
        <a:xfrm>
          <a:off x="377771" y="3403595"/>
          <a:ext cx="686856" cy="6868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AEA3D-6CEE-404C-BF88-D25FFD89CAF1}">
      <dsp:nvSpPr>
        <dsp:cNvPr id="0" name=""/>
        <dsp:cNvSpPr/>
      </dsp:nvSpPr>
      <dsp:spPr>
        <a:xfrm>
          <a:off x="1442398" y="3122609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Aptos"/>
            </a:rPr>
            <a:t>Equifax stored information on over 800 million people, and 88 million businesses worldwide.</a:t>
          </a:r>
          <a:endParaRPr lang="en-US" sz="2100" kern="1200">
            <a:latin typeface="Aptos"/>
          </a:endParaRPr>
        </a:p>
      </dsp:txBody>
      <dsp:txXfrm>
        <a:off x="1442398" y="3122609"/>
        <a:ext cx="5286506" cy="1248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3D52B-3607-40CD-841A-D75AE661CF14}">
      <dsp:nvSpPr>
        <dsp:cNvPr id="0" name=""/>
        <dsp:cNvSpPr/>
      </dsp:nvSpPr>
      <dsp:spPr>
        <a:xfrm>
          <a:off x="0" y="533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B37CF-FC3A-48E4-BF08-3AD1D16E3E71}">
      <dsp:nvSpPr>
        <dsp:cNvPr id="0" name=""/>
        <dsp:cNvSpPr/>
      </dsp:nvSpPr>
      <dsp:spPr>
        <a:xfrm>
          <a:off x="377771" y="281520"/>
          <a:ext cx="686856" cy="6868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DEAE8-F6DA-4813-8F6B-DDBC27ADC4D2}">
      <dsp:nvSpPr>
        <dsp:cNvPr id="0" name=""/>
        <dsp:cNvSpPr/>
      </dsp:nvSpPr>
      <dsp:spPr>
        <a:xfrm>
          <a:off x="1442398" y="533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The breach exposed highly sensitive information, such as birth dates, addresses, and social security numbers of approximately 145 million people.</a:t>
          </a:r>
          <a:endParaRPr lang="en-US" sz="1700" kern="1200">
            <a:latin typeface="Aptos"/>
          </a:endParaRPr>
        </a:p>
      </dsp:txBody>
      <dsp:txXfrm>
        <a:off x="1442398" y="533"/>
        <a:ext cx="5286506" cy="1248830"/>
      </dsp:txXfrm>
    </dsp:sp>
    <dsp:sp modelId="{278AFD16-FED0-4F1C-B39B-79252CB1A07E}">
      <dsp:nvSpPr>
        <dsp:cNvPr id="0" name=""/>
        <dsp:cNvSpPr/>
      </dsp:nvSpPr>
      <dsp:spPr>
        <a:xfrm>
          <a:off x="0" y="1561571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59865-144F-41C8-886E-9BF32D5FA7AB}">
      <dsp:nvSpPr>
        <dsp:cNvPr id="0" name=""/>
        <dsp:cNvSpPr/>
      </dsp:nvSpPr>
      <dsp:spPr>
        <a:xfrm>
          <a:off x="377771" y="1842558"/>
          <a:ext cx="686856" cy="6868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AD248-FD16-41CE-A127-470B22C4C2E9}">
      <dsp:nvSpPr>
        <dsp:cNvPr id="0" name=""/>
        <dsp:cNvSpPr/>
      </dsp:nvSpPr>
      <dsp:spPr>
        <a:xfrm>
          <a:off x="1442398" y="1561571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Over 200,000 people's credit card information was exposed.</a:t>
          </a:r>
          <a:endParaRPr lang="en-US" sz="1700" kern="1200">
            <a:latin typeface="Aptos"/>
          </a:endParaRPr>
        </a:p>
      </dsp:txBody>
      <dsp:txXfrm>
        <a:off x="1442398" y="1561571"/>
        <a:ext cx="5286506" cy="1248830"/>
      </dsp:txXfrm>
    </dsp:sp>
    <dsp:sp modelId="{213BF94F-40F1-4EB1-A857-BCBC348FE776}">
      <dsp:nvSpPr>
        <dsp:cNvPr id="0" name=""/>
        <dsp:cNvSpPr/>
      </dsp:nvSpPr>
      <dsp:spPr>
        <a:xfrm>
          <a:off x="0" y="3122609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29C04-BE82-4D53-8D7D-DB154143DFB3}">
      <dsp:nvSpPr>
        <dsp:cNvPr id="0" name=""/>
        <dsp:cNvSpPr/>
      </dsp:nvSpPr>
      <dsp:spPr>
        <a:xfrm>
          <a:off x="377771" y="3403595"/>
          <a:ext cx="686856" cy="6868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4761E-5D99-4D3C-BA51-3795CAAF7ABF}">
      <dsp:nvSpPr>
        <dsp:cNvPr id="0" name=""/>
        <dsp:cNvSpPr/>
      </dsp:nvSpPr>
      <dsp:spPr>
        <a:xfrm>
          <a:off x="1442398" y="3122609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This was a huge data breach which affected many people's financial security and privacy.</a:t>
          </a:r>
          <a:endParaRPr lang="en-US" sz="1700" kern="1200">
            <a:latin typeface="Aptos"/>
          </a:endParaRPr>
        </a:p>
      </dsp:txBody>
      <dsp:txXfrm>
        <a:off x="1442398" y="3122609"/>
        <a:ext cx="5286506" cy="1248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6AC40-63AD-4AA8-9B44-2209B68792BA}">
      <dsp:nvSpPr>
        <dsp:cNvPr id="0" name=""/>
        <dsp:cNvSpPr/>
      </dsp:nvSpPr>
      <dsp:spPr>
        <a:xfrm>
          <a:off x="0" y="533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179AC-5460-44D2-888C-A69D64FDE3F7}">
      <dsp:nvSpPr>
        <dsp:cNvPr id="0" name=""/>
        <dsp:cNvSpPr/>
      </dsp:nvSpPr>
      <dsp:spPr>
        <a:xfrm>
          <a:off x="377771" y="281520"/>
          <a:ext cx="686856" cy="6868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87FC6-9B72-462E-8650-710805080363}">
      <dsp:nvSpPr>
        <dsp:cNvPr id="0" name=""/>
        <dsp:cNvSpPr/>
      </dsp:nvSpPr>
      <dsp:spPr>
        <a:xfrm>
          <a:off x="1442398" y="533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The hackers gained access to Equifax's network by exploiting the CVE-2017-5638 vulnerability on their website.</a:t>
          </a:r>
          <a:endParaRPr lang="en-US" sz="1800" kern="1200"/>
        </a:p>
      </dsp:txBody>
      <dsp:txXfrm>
        <a:off x="1442398" y="533"/>
        <a:ext cx="5286506" cy="1248830"/>
      </dsp:txXfrm>
    </dsp:sp>
    <dsp:sp modelId="{90958417-7E9E-415B-8441-EA0BF36A639F}">
      <dsp:nvSpPr>
        <dsp:cNvPr id="0" name=""/>
        <dsp:cNvSpPr/>
      </dsp:nvSpPr>
      <dsp:spPr>
        <a:xfrm>
          <a:off x="0" y="1561571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C5812-9A0F-40B3-BAE9-0F0C529962C2}">
      <dsp:nvSpPr>
        <dsp:cNvPr id="0" name=""/>
        <dsp:cNvSpPr/>
      </dsp:nvSpPr>
      <dsp:spPr>
        <a:xfrm>
          <a:off x="377771" y="1842558"/>
          <a:ext cx="686856" cy="6868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74AAA-AB06-4AC4-A30B-ABBCFD9459B2}">
      <dsp:nvSpPr>
        <dsp:cNvPr id="0" name=""/>
        <dsp:cNvSpPr/>
      </dsp:nvSpPr>
      <dsp:spPr>
        <a:xfrm>
          <a:off x="1442398" y="1561571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CVE-2017-5638 is a massive security flaw that allowed hackers to run commands on a server without permission.</a:t>
          </a:r>
          <a:endParaRPr lang="en-US" sz="1800" kern="1200"/>
        </a:p>
      </dsp:txBody>
      <dsp:txXfrm>
        <a:off x="1442398" y="1561571"/>
        <a:ext cx="5286506" cy="1248830"/>
      </dsp:txXfrm>
    </dsp:sp>
    <dsp:sp modelId="{EF33093F-77E7-45D7-8DBD-3F8F92696B36}">
      <dsp:nvSpPr>
        <dsp:cNvPr id="0" name=""/>
        <dsp:cNvSpPr/>
      </dsp:nvSpPr>
      <dsp:spPr>
        <a:xfrm>
          <a:off x="0" y="3122609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37990-F934-42B5-84F1-3857691F1735}">
      <dsp:nvSpPr>
        <dsp:cNvPr id="0" name=""/>
        <dsp:cNvSpPr/>
      </dsp:nvSpPr>
      <dsp:spPr>
        <a:xfrm>
          <a:off x="377771" y="3403595"/>
          <a:ext cx="686856" cy="6868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EE671-B7CC-4C77-9DFE-73B7206A9FB4}">
      <dsp:nvSpPr>
        <dsp:cNvPr id="0" name=""/>
        <dsp:cNvSpPr/>
      </dsp:nvSpPr>
      <dsp:spPr>
        <a:xfrm>
          <a:off x="1442398" y="3122609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This happens when the server mishandles file upload headers. Hackers could send a request that allowed them to take control of  the server.</a:t>
          </a:r>
          <a:endParaRPr lang="en-US" sz="1800" kern="1200"/>
        </a:p>
      </dsp:txBody>
      <dsp:txXfrm>
        <a:off x="1442398" y="3122609"/>
        <a:ext cx="5286506" cy="12488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6AC40-63AD-4AA8-9B44-2209B68792BA}">
      <dsp:nvSpPr>
        <dsp:cNvPr id="0" name=""/>
        <dsp:cNvSpPr/>
      </dsp:nvSpPr>
      <dsp:spPr>
        <a:xfrm>
          <a:off x="0" y="710445"/>
          <a:ext cx="6728905" cy="1311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179AC-5460-44D2-888C-A69D64FDE3F7}">
      <dsp:nvSpPr>
        <dsp:cNvPr id="0" name=""/>
        <dsp:cNvSpPr/>
      </dsp:nvSpPr>
      <dsp:spPr>
        <a:xfrm>
          <a:off x="396756" y="1005553"/>
          <a:ext cx="721375" cy="721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87FC6-9B72-462E-8650-710805080363}">
      <dsp:nvSpPr>
        <dsp:cNvPr id="0" name=""/>
        <dsp:cNvSpPr/>
      </dsp:nvSpPr>
      <dsp:spPr>
        <a:xfrm>
          <a:off x="1514888" y="710445"/>
          <a:ext cx="5214016" cy="1311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10" tIns="138810" rIns="138810" bIns="13881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>
              <a:latin typeface="Aptos"/>
              <a:ea typeface="Calibri"/>
              <a:cs typeface="Calibri"/>
            </a:rPr>
            <a:t>Once inside the servers, the hackers then moved on to other servers within the network, due to a lack of proper network segmentation (a network split into multiple parts, making it harder to reach information).</a:t>
          </a:r>
          <a:endParaRPr lang="en-GB" sz="1600" kern="1200">
            <a:latin typeface="Aptos"/>
          </a:endParaRPr>
        </a:p>
      </dsp:txBody>
      <dsp:txXfrm>
        <a:off x="1514888" y="710445"/>
        <a:ext cx="5214016" cy="1311591"/>
      </dsp:txXfrm>
    </dsp:sp>
    <dsp:sp modelId="{90958417-7E9E-415B-8441-EA0BF36A639F}">
      <dsp:nvSpPr>
        <dsp:cNvPr id="0" name=""/>
        <dsp:cNvSpPr/>
      </dsp:nvSpPr>
      <dsp:spPr>
        <a:xfrm>
          <a:off x="0" y="2349935"/>
          <a:ext cx="6728905" cy="1311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C5812-9A0F-40B3-BAE9-0F0C529962C2}">
      <dsp:nvSpPr>
        <dsp:cNvPr id="0" name=""/>
        <dsp:cNvSpPr/>
      </dsp:nvSpPr>
      <dsp:spPr>
        <a:xfrm>
          <a:off x="396756" y="2645043"/>
          <a:ext cx="721375" cy="721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74AAA-AB06-4AC4-A30B-ABBCFD9459B2}">
      <dsp:nvSpPr>
        <dsp:cNvPr id="0" name=""/>
        <dsp:cNvSpPr/>
      </dsp:nvSpPr>
      <dsp:spPr>
        <a:xfrm>
          <a:off x="1514888" y="2349935"/>
          <a:ext cx="5214016" cy="1311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10" tIns="138810" rIns="138810" bIns="13881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>
              <a:latin typeface="Aptos"/>
              <a:ea typeface="Calibri"/>
              <a:cs typeface="Calibri"/>
            </a:rPr>
            <a:t>The hackers found plaintext credentials, this allowed them to access even more servers, and access more sensitive information.</a:t>
          </a:r>
          <a:endParaRPr lang="en-GB" sz="1600" kern="1200">
            <a:latin typeface="Aptos"/>
          </a:endParaRPr>
        </a:p>
      </dsp:txBody>
      <dsp:txXfrm>
        <a:off x="1514888" y="2349935"/>
        <a:ext cx="5214016" cy="13115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6AC40-63AD-4AA8-9B44-2209B68792BA}">
      <dsp:nvSpPr>
        <dsp:cNvPr id="0" name=""/>
        <dsp:cNvSpPr/>
      </dsp:nvSpPr>
      <dsp:spPr>
        <a:xfrm>
          <a:off x="0" y="710445"/>
          <a:ext cx="6728905" cy="1311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179AC-5460-44D2-888C-A69D64FDE3F7}">
      <dsp:nvSpPr>
        <dsp:cNvPr id="0" name=""/>
        <dsp:cNvSpPr/>
      </dsp:nvSpPr>
      <dsp:spPr>
        <a:xfrm>
          <a:off x="396756" y="1005553"/>
          <a:ext cx="721375" cy="721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87FC6-9B72-462E-8650-710805080363}">
      <dsp:nvSpPr>
        <dsp:cNvPr id="0" name=""/>
        <dsp:cNvSpPr/>
      </dsp:nvSpPr>
      <dsp:spPr>
        <a:xfrm>
          <a:off x="1514888" y="710445"/>
          <a:ext cx="5214016" cy="1311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10" tIns="138810" rIns="138810" bIns="13881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Calibri"/>
              <a:ea typeface="Calibri"/>
              <a:cs typeface="Calibri"/>
            </a:rPr>
            <a:t>After that, the hackers accessed multiple databases, with more sensitive information on millions of people.</a:t>
          </a:r>
        </a:p>
      </dsp:txBody>
      <dsp:txXfrm>
        <a:off x="1514888" y="710445"/>
        <a:ext cx="5214016" cy="1311591"/>
      </dsp:txXfrm>
    </dsp:sp>
    <dsp:sp modelId="{90958417-7E9E-415B-8441-EA0BF36A639F}">
      <dsp:nvSpPr>
        <dsp:cNvPr id="0" name=""/>
        <dsp:cNvSpPr/>
      </dsp:nvSpPr>
      <dsp:spPr>
        <a:xfrm>
          <a:off x="0" y="2349935"/>
          <a:ext cx="6728905" cy="13115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C5812-9A0F-40B3-BAE9-0F0C529962C2}">
      <dsp:nvSpPr>
        <dsp:cNvPr id="0" name=""/>
        <dsp:cNvSpPr/>
      </dsp:nvSpPr>
      <dsp:spPr>
        <a:xfrm>
          <a:off x="396756" y="2645043"/>
          <a:ext cx="721375" cy="721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74AAA-AB06-4AC4-A30B-ABBCFD9459B2}">
      <dsp:nvSpPr>
        <dsp:cNvPr id="0" name=""/>
        <dsp:cNvSpPr/>
      </dsp:nvSpPr>
      <dsp:spPr>
        <a:xfrm>
          <a:off x="1514888" y="2349935"/>
          <a:ext cx="5214016" cy="1311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10" tIns="138810" rIns="138810" bIns="13881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>
              <a:latin typeface="Calibri"/>
              <a:ea typeface="Calibri"/>
              <a:cs typeface="Calibri"/>
            </a:rPr>
            <a:t>When transferring data, they encrypted the files, which made it harder for Equifax to detect a breach.</a:t>
          </a:r>
        </a:p>
      </dsp:txBody>
      <dsp:txXfrm>
        <a:off x="1514888" y="2349935"/>
        <a:ext cx="5214016" cy="13115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6AC40-63AD-4AA8-9B44-2209B68792BA}">
      <dsp:nvSpPr>
        <dsp:cNvPr id="0" name=""/>
        <dsp:cNvSpPr/>
      </dsp:nvSpPr>
      <dsp:spPr>
        <a:xfrm>
          <a:off x="0" y="628471"/>
          <a:ext cx="6728905" cy="1393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179AC-5460-44D2-888C-A69D64FDE3F7}">
      <dsp:nvSpPr>
        <dsp:cNvPr id="0" name=""/>
        <dsp:cNvSpPr/>
      </dsp:nvSpPr>
      <dsp:spPr>
        <a:xfrm>
          <a:off x="421553" y="942023"/>
          <a:ext cx="766461" cy="7664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87FC6-9B72-462E-8650-710805080363}">
      <dsp:nvSpPr>
        <dsp:cNvPr id="0" name=""/>
        <dsp:cNvSpPr/>
      </dsp:nvSpPr>
      <dsp:spPr>
        <a:xfrm>
          <a:off x="1609569" y="628471"/>
          <a:ext cx="5119335" cy="1393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86" tIns="147486" rIns="147486" bIns="147486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Calibri"/>
              <a:ea typeface="Calibri"/>
              <a:cs typeface="Calibri"/>
            </a:rPr>
            <a:t>Equifax couldn't see that the data was leaving their network due to an expired TLS certificate (a digital file used to enable secure communication between a web server and the user's browser protecting data such as login and payment details), this prevented encrypted traffic from being analysed.</a:t>
          </a:r>
        </a:p>
      </dsp:txBody>
      <dsp:txXfrm>
        <a:off x="1609569" y="628471"/>
        <a:ext cx="5119335" cy="1393566"/>
      </dsp:txXfrm>
    </dsp:sp>
    <dsp:sp modelId="{90958417-7E9E-415B-8441-EA0BF36A639F}">
      <dsp:nvSpPr>
        <dsp:cNvPr id="0" name=""/>
        <dsp:cNvSpPr/>
      </dsp:nvSpPr>
      <dsp:spPr>
        <a:xfrm>
          <a:off x="0" y="2349935"/>
          <a:ext cx="6728905" cy="1393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C5812-9A0F-40B3-BAE9-0F0C529962C2}">
      <dsp:nvSpPr>
        <dsp:cNvPr id="0" name=""/>
        <dsp:cNvSpPr/>
      </dsp:nvSpPr>
      <dsp:spPr>
        <a:xfrm>
          <a:off x="421553" y="2663487"/>
          <a:ext cx="766461" cy="7664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74AAA-AB06-4AC4-A30B-ABBCFD9459B2}">
      <dsp:nvSpPr>
        <dsp:cNvPr id="0" name=""/>
        <dsp:cNvSpPr/>
      </dsp:nvSpPr>
      <dsp:spPr>
        <a:xfrm>
          <a:off x="1609569" y="2349935"/>
          <a:ext cx="5119335" cy="1393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486" tIns="147486" rIns="147486" bIns="14748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>
              <a:latin typeface="Calibri"/>
              <a:ea typeface="Calibri"/>
              <a:cs typeface="Calibri"/>
            </a:rPr>
            <a:t>When they renewed the certificate, the suspicious activity was immediately noticed, and they began an investigation and discovered the breach. Soon after this they went public about the breach.</a:t>
          </a:r>
        </a:p>
      </dsp:txBody>
      <dsp:txXfrm>
        <a:off x="1609569" y="2349935"/>
        <a:ext cx="5119335" cy="13935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2F894-B930-43AF-B169-173C31F45CAD}">
      <dsp:nvSpPr>
        <dsp:cNvPr id="0" name=""/>
        <dsp:cNvSpPr/>
      </dsp:nvSpPr>
      <dsp:spPr>
        <a:xfrm>
          <a:off x="0" y="1750425"/>
          <a:ext cx="10903704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0C7E47-5C86-4F7B-9278-D1018CD367F2}">
      <dsp:nvSpPr>
        <dsp:cNvPr id="0" name=""/>
        <dsp:cNvSpPr/>
      </dsp:nvSpPr>
      <dsp:spPr>
        <a:xfrm rot="8100000">
          <a:off x="54056" y="403404"/>
          <a:ext cx="257449" cy="257449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97729-850E-48F8-BD9F-098539FEE47D}">
      <dsp:nvSpPr>
        <dsp:cNvPr id="0" name=""/>
        <dsp:cNvSpPr/>
      </dsp:nvSpPr>
      <dsp:spPr>
        <a:xfrm>
          <a:off x="82657" y="432004"/>
          <a:ext cx="200248" cy="2002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C57F3-B180-443F-B577-E3E79683A847}">
      <dsp:nvSpPr>
        <dsp:cNvPr id="0" name=""/>
        <dsp:cNvSpPr/>
      </dsp:nvSpPr>
      <dsp:spPr>
        <a:xfrm>
          <a:off x="364825" y="714173"/>
          <a:ext cx="3022338" cy="1036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March of 2017, Apache Software reported a vulnerability and released a patch to Apache Struts .The department of Homeland Security notified Equifax about the vulnerability.</a:t>
          </a:r>
        </a:p>
      </dsp:txBody>
      <dsp:txXfrm>
        <a:off x="364825" y="714173"/>
        <a:ext cx="3022338" cy="1036251"/>
      </dsp:txXfrm>
    </dsp:sp>
    <dsp:sp modelId="{DC7BEFD0-8608-48A3-8CBD-3B5B83AEB60F}">
      <dsp:nvSpPr>
        <dsp:cNvPr id="0" name=""/>
        <dsp:cNvSpPr/>
      </dsp:nvSpPr>
      <dsp:spPr>
        <a:xfrm>
          <a:off x="364825" y="350084"/>
          <a:ext cx="3022338" cy="3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0800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800" kern="1200">
              <a:solidFill>
                <a:srgbClr val="FFFFFF"/>
              </a:solidFill>
              <a:latin typeface="Tenorite"/>
              <a:ea typeface="+mn-ea"/>
              <a:cs typeface="+mn-cs"/>
            </a:rPr>
            <a:t>Mar. 2017</a:t>
          </a:r>
        </a:p>
      </dsp:txBody>
      <dsp:txXfrm>
        <a:off x="364825" y="350084"/>
        <a:ext cx="3022338" cy="364088"/>
      </dsp:txXfrm>
    </dsp:sp>
    <dsp:sp modelId="{3EF04412-F24B-425D-A23B-A737AC413DC4}">
      <dsp:nvSpPr>
        <dsp:cNvPr id="0" name=""/>
        <dsp:cNvSpPr/>
      </dsp:nvSpPr>
      <dsp:spPr>
        <a:xfrm>
          <a:off x="182781" y="714173"/>
          <a:ext cx="0" cy="1036251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0F7C9C-A271-4F44-96C6-471920F6C838}">
      <dsp:nvSpPr>
        <dsp:cNvPr id="0" name=""/>
        <dsp:cNvSpPr/>
      </dsp:nvSpPr>
      <dsp:spPr>
        <a:xfrm>
          <a:off x="149468" y="1717657"/>
          <a:ext cx="65535" cy="655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51FD3-0F40-4060-8958-F5112DAD00E1}">
      <dsp:nvSpPr>
        <dsp:cNvPr id="0" name=""/>
        <dsp:cNvSpPr/>
      </dsp:nvSpPr>
      <dsp:spPr>
        <a:xfrm rot="18900000">
          <a:off x="1869271" y="2839996"/>
          <a:ext cx="257449" cy="257449"/>
        </a:xfrm>
        <a:prstGeom prst="teardrop">
          <a:avLst>
            <a:gd name="adj" fmla="val 115000"/>
          </a:avLst>
        </a:prstGeom>
        <a:solidFill>
          <a:schemeClr val="accent2">
            <a:hueOff val="28360"/>
            <a:satOff val="3260"/>
            <a:lumOff val="-2598"/>
            <a:alphaOff val="0"/>
          </a:schemeClr>
        </a:solidFill>
        <a:ln w="12700" cap="flat" cmpd="sng" algn="ctr">
          <a:solidFill>
            <a:schemeClr val="accent2">
              <a:hueOff val="28360"/>
              <a:satOff val="3260"/>
              <a:lumOff val="-25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52F9A-E8ED-4611-90B2-FCFE84A7E3CA}">
      <dsp:nvSpPr>
        <dsp:cNvPr id="0" name=""/>
        <dsp:cNvSpPr/>
      </dsp:nvSpPr>
      <dsp:spPr>
        <a:xfrm>
          <a:off x="1897871" y="2868596"/>
          <a:ext cx="200248" cy="2002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8C46D-1024-4C25-8932-B7ED947ED2C5}">
      <dsp:nvSpPr>
        <dsp:cNvPr id="0" name=""/>
        <dsp:cNvSpPr/>
      </dsp:nvSpPr>
      <dsp:spPr>
        <a:xfrm>
          <a:off x="2180040" y="1750425"/>
          <a:ext cx="3022338" cy="1036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May 2017, the hackers exploited the vulnerability in the network, and they then moved across the network.</a:t>
          </a:r>
        </a:p>
      </dsp:txBody>
      <dsp:txXfrm>
        <a:off x="2180040" y="1750425"/>
        <a:ext cx="3022338" cy="1036251"/>
      </dsp:txXfrm>
    </dsp:sp>
    <dsp:sp modelId="{AF97B1EB-BA8C-4D70-9D9D-3C56EE62AEB7}">
      <dsp:nvSpPr>
        <dsp:cNvPr id="0" name=""/>
        <dsp:cNvSpPr/>
      </dsp:nvSpPr>
      <dsp:spPr>
        <a:xfrm>
          <a:off x="2180040" y="2786676"/>
          <a:ext cx="3022338" cy="3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>
              <a:solidFill>
                <a:srgbClr val="FFFFFF"/>
              </a:solidFill>
              <a:latin typeface="Tenorite"/>
              <a:ea typeface="+mn-ea"/>
              <a:cs typeface="+mn-cs"/>
            </a:rPr>
            <a:t>May 2017</a:t>
          </a:r>
        </a:p>
      </dsp:txBody>
      <dsp:txXfrm>
        <a:off x="2180040" y="2786676"/>
        <a:ext cx="3022338" cy="364088"/>
      </dsp:txXfrm>
    </dsp:sp>
    <dsp:sp modelId="{A00323F2-BACA-4C5D-9CAF-08A995D0A89F}">
      <dsp:nvSpPr>
        <dsp:cNvPr id="0" name=""/>
        <dsp:cNvSpPr/>
      </dsp:nvSpPr>
      <dsp:spPr>
        <a:xfrm>
          <a:off x="1997995" y="1750425"/>
          <a:ext cx="0" cy="1036251"/>
        </a:xfrm>
        <a:prstGeom prst="line">
          <a:avLst/>
        </a:prstGeom>
        <a:noFill/>
        <a:ln w="12700" cap="flat" cmpd="sng" algn="ctr">
          <a:solidFill>
            <a:schemeClr val="accent2">
              <a:hueOff val="28360"/>
              <a:satOff val="3260"/>
              <a:lumOff val="-2598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D1698-74F0-40BD-952D-CA2DEEE248CB}">
      <dsp:nvSpPr>
        <dsp:cNvPr id="0" name=""/>
        <dsp:cNvSpPr/>
      </dsp:nvSpPr>
      <dsp:spPr>
        <a:xfrm>
          <a:off x="1964682" y="1717657"/>
          <a:ext cx="65535" cy="65535"/>
        </a:xfrm>
        <a:prstGeom prst="ellipse">
          <a:avLst/>
        </a:prstGeom>
        <a:solidFill>
          <a:schemeClr val="accent2">
            <a:hueOff val="28360"/>
            <a:satOff val="3260"/>
            <a:lumOff val="-259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822D1-B090-460C-AADE-9E1C86579AFD}">
      <dsp:nvSpPr>
        <dsp:cNvPr id="0" name=""/>
        <dsp:cNvSpPr/>
      </dsp:nvSpPr>
      <dsp:spPr>
        <a:xfrm rot="8100000">
          <a:off x="3684485" y="403404"/>
          <a:ext cx="257449" cy="257449"/>
        </a:xfrm>
        <a:prstGeom prst="teardrop">
          <a:avLst>
            <a:gd name="adj" fmla="val 115000"/>
          </a:avLst>
        </a:prstGeom>
        <a:solidFill>
          <a:schemeClr val="accent2">
            <a:hueOff val="56720"/>
            <a:satOff val="6519"/>
            <a:lumOff val="-5196"/>
            <a:alphaOff val="0"/>
          </a:schemeClr>
        </a:solidFill>
        <a:ln w="12700" cap="flat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837AB-8F30-4AC7-9FFD-E1BA91195562}">
      <dsp:nvSpPr>
        <dsp:cNvPr id="0" name=""/>
        <dsp:cNvSpPr/>
      </dsp:nvSpPr>
      <dsp:spPr>
        <a:xfrm>
          <a:off x="3713085" y="432004"/>
          <a:ext cx="200248" cy="2002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DFCF1-68A8-40F4-981E-6DE4EFB44F59}">
      <dsp:nvSpPr>
        <dsp:cNvPr id="0" name=""/>
        <dsp:cNvSpPr/>
      </dsp:nvSpPr>
      <dsp:spPr>
        <a:xfrm>
          <a:off x="3995254" y="714173"/>
          <a:ext cx="3022338" cy="1036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May-July, the hackers then accessed the databases and encrypted the data when it was being transferred.</a:t>
          </a:r>
        </a:p>
      </dsp:txBody>
      <dsp:txXfrm>
        <a:off x="3995254" y="714173"/>
        <a:ext cx="3022338" cy="1036251"/>
      </dsp:txXfrm>
    </dsp:sp>
    <dsp:sp modelId="{9DF342B2-5C76-4332-A35C-F9531F6C99C9}">
      <dsp:nvSpPr>
        <dsp:cNvPr id="0" name=""/>
        <dsp:cNvSpPr/>
      </dsp:nvSpPr>
      <dsp:spPr>
        <a:xfrm>
          <a:off x="3995254" y="350084"/>
          <a:ext cx="3022338" cy="3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>
              <a:solidFill>
                <a:srgbClr val="FFFFFF"/>
              </a:solidFill>
              <a:latin typeface="Tenorite"/>
              <a:ea typeface="+mn-ea"/>
              <a:cs typeface="+mn-cs"/>
            </a:rPr>
            <a:t>May–July</a:t>
          </a:r>
        </a:p>
      </dsp:txBody>
      <dsp:txXfrm>
        <a:off x="3995254" y="350084"/>
        <a:ext cx="3022338" cy="364088"/>
      </dsp:txXfrm>
    </dsp:sp>
    <dsp:sp modelId="{9073C5F3-6A29-433F-9048-83225BED023A}">
      <dsp:nvSpPr>
        <dsp:cNvPr id="0" name=""/>
        <dsp:cNvSpPr/>
      </dsp:nvSpPr>
      <dsp:spPr>
        <a:xfrm>
          <a:off x="3813210" y="714173"/>
          <a:ext cx="0" cy="1036251"/>
        </a:xfrm>
        <a:prstGeom prst="line">
          <a:avLst/>
        </a:prstGeom>
        <a:noFill/>
        <a:ln w="12700" cap="flat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BCB78F-23B3-42C6-A2C4-8A8D05E8FF0B}">
      <dsp:nvSpPr>
        <dsp:cNvPr id="0" name=""/>
        <dsp:cNvSpPr/>
      </dsp:nvSpPr>
      <dsp:spPr>
        <a:xfrm>
          <a:off x="3779896" y="1717657"/>
          <a:ext cx="65535" cy="65535"/>
        </a:xfrm>
        <a:prstGeom prst="ellipse">
          <a:avLst/>
        </a:prstGeom>
        <a:solidFill>
          <a:schemeClr val="accent2">
            <a:hueOff val="56720"/>
            <a:satOff val="6519"/>
            <a:lumOff val="-519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3F3BE-6DE5-4313-BF39-F99414E8BB92}">
      <dsp:nvSpPr>
        <dsp:cNvPr id="0" name=""/>
        <dsp:cNvSpPr/>
      </dsp:nvSpPr>
      <dsp:spPr>
        <a:xfrm rot="18900000">
          <a:off x="5499699" y="2839996"/>
          <a:ext cx="257449" cy="257449"/>
        </a:xfrm>
        <a:prstGeom prst="teardrop">
          <a:avLst>
            <a:gd name="adj" fmla="val 115000"/>
          </a:avLst>
        </a:prstGeom>
        <a:solidFill>
          <a:schemeClr val="accent2">
            <a:hueOff val="85079"/>
            <a:satOff val="9779"/>
            <a:lumOff val="-7795"/>
            <a:alphaOff val="0"/>
          </a:schemeClr>
        </a:solidFill>
        <a:ln w="12700" cap="flat" cmpd="sng" algn="ctr">
          <a:solidFill>
            <a:schemeClr val="accent2">
              <a:hueOff val="85079"/>
              <a:satOff val="9779"/>
              <a:lumOff val="-77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C03F8-1E4B-49B0-AAF5-6B2A92E4E8CB}">
      <dsp:nvSpPr>
        <dsp:cNvPr id="0" name=""/>
        <dsp:cNvSpPr/>
      </dsp:nvSpPr>
      <dsp:spPr>
        <a:xfrm>
          <a:off x="5528300" y="2868596"/>
          <a:ext cx="200248" cy="2002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D6F50-1078-4EAB-B293-EC1294AAF139}">
      <dsp:nvSpPr>
        <dsp:cNvPr id="0" name=""/>
        <dsp:cNvSpPr/>
      </dsp:nvSpPr>
      <dsp:spPr>
        <a:xfrm>
          <a:off x="5810468" y="1750425"/>
          <a:ext cx="3022338" cy="1036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the end of July, Equifax discovered their TLS certificate was expired, they renewed their certificate and  discovered the databreach.</a:t>
          </a:r>
        </a:p>
      </dsp:txBody>
      <dsp:txXfrm>
        <a:off x="5810468" y="1750425"/>
        <a:ext cx="3022338" cy="1036251"/>
      </dsp:txXfrm>
    </dsp:sp>
    <dsp:sp modelId="{F20ED652-DF83-4BC8-9183-1F919D7B45C2}">
      <dsp:nvSpPr>
        <dsp:cNvPr id="0" name=""/>
        <dsp:cNvSpPr/>
      </dsp:nvSpPr>
      <dsp:spPr>
        <a:xfrm>
          <a:off x="5810468" y="2786676"/>
          <a:ext cx="3022338" cy="3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>
              <a:solidFill>
                <a:srgbClr val="FFFFFF"/>
              </a:solidFill>
              <a:latin typeface="Tenorite"/>
              <a:ea typeface="+mn-ea"/>
              <a:cs typeface="+mn-cs"/>
            </a:rPr>
            <a:t>End of July</a:t>
          </a:r>
        </a:p>
      </dsp:txBody>
      <dsp:txXfrm>
        <a:off x="5810468" y="2786676"/>
        <a:ext cx="3022338" cy="364088"/>
      </dsp:txXfrm>
    </dsp:sp>
    <dsp:sp modelId="{216AD44E-91BD-40D9-8724-D18252954BEE}">
      <dsp:nvSpPr>
        <dsp:cNvPr id="0" name=""/>
        <dsp:cNvSpPr/>
      </dsp:nvSpPr>
      <dsp:spPr>
        <a:xfrm>
          <a:off x="5628424" y="1750425"/>
          <a:ext cx="0" cy="1036251"/>
        </a:xfrm>
        <a:prstGeom prst="line">
          <a:avLst/>
        </a:prstGeom>
        <a:noFill/>
        <a:ln w="12700" cap="flat" cmpd="sng" algn="ctr">
          <a:solidFill>
            <a:schemeClr val="accent2">
              <a:hueOff val="85079"/>
              <a:satOff val="9779"/>
              <a:lumOff val="-779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0AEC02-0EEE-4F0B-B743-D8E82F8A6AB0}">
      <dsp:nvSpPr>
        <dsp:cNvPr id="0" name=""/>
        <dsp:cNvSpPr/>
      </dsp:nvSpPr>
      <dsp:spPr>
        <a:xfrm>
          <a:off x="5595111" y="1717657"/>
          <a:ext cx="65535" cy="65535"/>
        </a:xfrm>
        <a:prstGeom prst="ellipse">
          <a:avLst/>
        </a:prstGeom>
        <a:solidFill>
          <a:schemeClr val="accent2">
            <a:hueOff val="85079"/>
            <a:satOff val="9779"/>
            <a:lumOff val="-779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95151-7DB4-41E6-A0C1-3AA04A878F83}">
      <dsp:nvSpPr>
        <dsp:cNvPr id="0" name=""/>
        <dsp:cNvSpPr/>
      </dsp:nvSpPr>
      <dsp:spPr>
        <a:xfrm rot="8100000">
          <a:off x="7314914" y="403404"/>
          <a:ext cx="257449" cy="257449"/>
        </a:xfrm>
        <a:prstGeom prst="teardrop">
          <a:avLst>
            <a:gd name="adj" fmla="val 115000"/>
          </a:avLst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1270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AEDAC-D1BF-4734-893E-754206AF4714}">
      <dsp:nvSpPr>
        <dsp:cNvPr id="0" name=""/>
        <dsp:cNvSpPr/>
      </dsp:nvSpPr>
      <dsp:spPr>
        <a:xfrm>
          <a:off x="7343514" y="432004"/>
          <a:ext cx="200248" cy="2002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00F8E-E25F-4C3D-B54C-8D3B0074602A}">
      <dsp:nvSpPr>
        <dsp:cNvPr id="0" name=""/>
        <dsp:cNvSpPr/>
      </dsp:nvSpPr>
      <dsp:spPr>
        <a:xfrm>
          <a:off x="7625683" y="714173"/>
          <a:ext cx="3022338" cy="1036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September2017, Equifax announced the breach.</a:t>
          </a:r>
        </a:p>
      </dsp:txBody>
      <dsp:txXfrm>
        <a:off x="7625683" y="714173"/>
        <a:ext cx="3022338" cy="1036251"/>
      </dsp:txXfrm>
    </dsp:sp>
    <dsp:sp modelId="{2EA945C1-4A03-4259-9948-9033C169D610}">
      <dsp:nvSpPr>
        <dsp:cNvPr id="0" name=""/>
        <dsp:cNvSpPr/>
      </dsp:nvSpPr>
      <dsp:spPr>
        <a:xfrm>
          <a:off x="7625683" y="350084"/>
          <a:ext cx="3022338" cy="3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>
              <a:solidFill>
                <a:srgbClr val="FFFFFF"/>
              </a:solidFill>
              <a:latin typeface="Tenorite"/>
              <a:ea typeface="+mn-ea"/>
              <a:cs typeface="+mn-cs"/>
            </a:rPr>
            <a:t>Sep. 2017</a:t>
          </a:r>
        </a:p>
      </dsp:txBody>
      <dsp:txXfrm>
        <a:off x="7625683" y="350084"/>
        <a:ext cx="3022338" cy="364088"/>
      </dsp:txXfrm>
    </dsp:sp>
    <dsp:sp modelId="{8AF28D11-58E1-41AA-BB28-AF9475E907A1}">
      <dsp:nvSpPr>
        <dsp:cNvPr id="0" name=""/>
        <dsp:cNvSpPr/>
      </dsp:nvSpPr>
      <dsp:spPr>
        <a:xfrm>
          <a:off x="7443639" y="714173"/>
          <a:ext cx="0" cy="1036251"/>
        </a:xfrm>
        <a:prstGeom prst="line">
          <a:avLst/>
        </a:prstGeom>
        <a:noFill/>
        <a:ln w="1270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4B424-E886-4795-9C47-D13FE9174B4A}">
      <dsp:nvSpPr>
        <dsp:cNvPr id="0" name=""/>
        <dsp:cNvSpPr/>
      </dsp:nvSpPr>
      <dsp:spPr>
        <a:xfrm>
          <a:off x="7410325" y="1717657"/>
          <a:ext cx="65535" cy="65535"/>
        </a:xfrm>
        <a:prstGeom prst="ellipse">
          <a:avLst/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0F15DD-E6CA-4215-84E7-D468D403F62B}">
      <dsp:nvSpPr>
        <dsp:cNvPr id="0" name=""/>
        <dsp:cNvSpPr/>
      </dsp:nvSpPr>
      <dsp:spPr>
        <a:xfrm>
          <a:off x="0" y="1593850"/>
          <a:ext cx="10653184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A785C-F445-48A8-A971-6EC117B58608}">
      <dsp:nvSpPr>
        <dsp:cNvPr id="0" name=""/>
        <dsp:cNvSpPr/>
      </dsp:nvSpPr>
      <dsp:spPr>
        <a:xfrm rot="8100000">
          <a:off x="55223" y="367320"/>
          <a:ext cx="234420" cy="234420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79F3B-DE13-4B34-909B-94840EBCB37E}">
      <dsp:nvSpPr>
        <dsp:cNvPr id="0" name=""/>
        <dsp:cNvSpPr/>
      </dsp:nvSpPr>
      <dsp:spPr>
        <a:xfrm>
          <a:off x="81265" y="393362"/>
          <a:ext cx="182336" cy="1823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D0FC4-46BB-4B0B-BD32-F5121472305B}">
      <dsp:nvSpPr>
        <dsp:cNvPr id="0" name=""/>
        <dsp:cNvSpPr/>
      </dsp:nvSpPr>
      <dsp:spPr>
        <a:xfrm>
          <a:off x="338194" y="650290"/>
          <a:ext cx="2949195" cy="94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0" rIns="82550" bIns="12382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March of 2018, Equifax announced that an additional 2.4 million individuals had their information stolen</a:t>
          </a:r>
        </a:p>
      </dsp:txBody>
      <dsp:txXfrm>
        <a:off x="338194" y="650290"/>
        <a:ext cx="2949195" cy="943559"/>
      </dsp:txXfrm>
    </dsp:sp>
    <dsp:sp modelId="{664FFCC7-68D4-4761-A3CA-032752F215D6}">
      <dsp:nvSpPr>
        <dsp:cNvPr id="0" name=""/>
        <dsp:cNvSpPr/>
      </dsp:nvSpPr>
      <dsp:spPr>
        <a:xfrm>
          <a:off x="338194" y="318770"/>
          <a:ext cx="2949195" cy="33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>
              <a:solidFill>
                <a:srgbClr val="FFFFFF"/>
              </a:solidFill>
              <a:latin typeface="Tenorite"/>
              <a:ea typeface="+mn-ea"/>
              <a:cs typeface="+mn-cs"/>
            </a:rPr>
            <a:t>Mar. 2018</a:t>
          </a:r>
        </a:p>
      </dsp:txBody>
      <dsp:txXfrm>
        <a:off x="338194" y="318770"/>
        <a:ext cx="2949195" cy="331520"/>
      </dsp:txXfrm>
    </dsp:sp>
    <dsp:sp modelId="{1E65D0B9-9D1E-4F78-BD63-B5CC605EBEDD}">
      <dsp:nvSpPr>
        <dsp:cNvPr id="0" name=""/>
        <dsp:cNvSpPr/>
      </dsp:nvSpPr>
      <dsp:spPr>
        <a:xfrm>
          <a:off x="172433" y="650290"/>
          <a:ext cx="0" cy="943559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65413-FF2D-46D0-8410-88B45D392FC2}">
      <dsp:nvSpPr>
        <dsp:cNvPr id="0" name=""/>
        <dsp:cNvSpPr/>
      </dsp:nvSpPr>
      <dsp:spPr>
        <a:xfrm>
          <a:off x="142133" y="1564013"/>
          <a:ext cx="59673" cy="5967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8A622-AFCD-4AF1-BB86-B3D131ECCA34}">
      <dsp:nvSpPr>
        <dsp:cNvPr id="0" name=""/>
        <dsp:cNvSpPr/>
      </dsp:nvSpPr>
      <dsp:spPr>
        <a:xfrm rot="18900000">
          <a:off x="1826870" y="2585959"/>
          <a:ext cx="234420" cy="234420"/>
        </a:xfrm>
        <a:prstGeom prst="teardrop">
          <a:avLst>
            <a:gd name="adj" fmla="val 115000"/>
          </a:avLst>
        </a:prstGeom>
        <a:solidFill>
          <a:schemeClr val="accent2">
            <a:hueOff val="28360"/>
            <a:satOff val="3260"/>
            <a:lumOff val="-2598"/>
            <a:alphaOff val="0"/>
          </a:schemeClr>
        </a:solidFill>
        <a:ln w="12700" cap="flat" cmpd="sng" algn="ctr">
          <a:solidFill>
            <a:schemeClr val="accent2">
              <a:hueOff val="28360"/>
              <a:satOff val="3260"/>
              <a:lumOff val="-25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D199B-69BF-4064-ABEA-A8F846DFA90D}">
      <dsp:nvSpPr>
        <dsp:cNvPr id="0" name=""/>
        <dsp:cNvSpPr/>
      </dsp:nvSpPr>
      <dsp:spPr>
        <a:xfrm>
          <a:off x="1852913" y="2612001"/>
          <a:ext cx="182336" cy="1823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10603-6D1B-4D71-A139-E0CC0B390A58}">
      <dsp:nvSpPr>
        <dsp:cNvPr id="0" name=""/>
        <dsp:cNvSpPr/>
      </dsp:nvSpPr>
      <dsp:spPr>
        <a:xfrm>
          <a:off x="2109841" y="1593850"/>
          <a:ext cx="2949195" cy="94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3825" rIns="0" bIns="82550" numCol="1" spcCol="1270" anchor="b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Tenorite"/>
              <a:ea typeface="+mn-ea"/>
              <a:cs typeface="+mn-cs"/>
            </a:rPr>
            <a:t>In June 2019, Equifax entered a settlement with the FTC (Federal Trade Commission), and the CFPB (Consumer Final Protection Bereau).</a:t>
          </a:r>
        </a:p>
      </dsp:txBody>
      <dsp:txXfrm>
        <a:off x="2109841" y="1593850"/>
        <a:ext cx="2949195" cy="943559"/>
      </dsp:txXfrm>
    </dsp:sp>
    <dsp:sp modelId="{A7595A8C-B0A6-4B62-916E-0B6CCC3DC3F3}">
      <dsp:nvSpPr>
        <dsp:cNvPr id="0" name=""/>
        <dsp:cNvSpPr/>
      </dsp:nvSpPr>
      <dsp:spPr>
        <a:xfrm>
          <a:off x="2109841" y="2537409"/>
          <a:ext cx="2949195" cy="33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795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>
              <a:solidFill>
                <a:srgbClr val="FFFFFF"/>
              </a:solidFill>
              <a:latin typeface="Tenorite"/>
              <a:ea typeface="+mn-ea"/>
              <a:cs typeface="+mn-cs"/>
            </a:rPr>
            <a:t>June 2019</a:t>
          </a:r>
        </a:p>
      </dsp:txBody>
      <dsp:txXfrm>
        <a:off x="2109841" y="2537409"/>
        <a:ext cx="2949195" cy="331520"/>
      </dsp:txXfrm>
    </dsp:sp>
    <dsp:sp modelId="{27132B69-B276-414B-AF79-A6EDD2F1ADD7}">
      <dsp:nvSpPr>
        <dsp:cNvPr id="0" name=""/>
        <dsp:cNvSpPr/>
      </dsp:nvSpPr>
      <dsp:spPr>
        <a:xfrm>
          <a:off x="1944081" y="1593850"/>
          <a:ext cx="0" cy="943559"/>
        </a:xfrm>
        <a:prstGeom prst="line">
          <a:avLst/>
        </a:prstGeom>
        <a:noFill/>
        <a:ln w="12700" cap="flat" cmpd="sng" algn="ctr">
          <a:solidFill>
            <a:schemeClr val="accent2">
              <a:hueOff val="28360"/>
              <a:satOff val="3260"/>
              <a:lumOff val="-2598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10CE75-C9EC-42EB-8B51-68BD7F29DC5B}">
      <dsp:nvSpPr>
        <dsp:cNvPr id="0" name=""/>
        <dsp:cNvSpPr/>
      </dsp:nvSpPr>
      <dsp:spPr>
        <a:xfrm>
          <a:off x="1913781" y="1564013"/>
          <a:ext cx="59673" cy="59673"/>
        </a:xfrm>
        <a:prstGeom prst="ellipse">
          <a:avLst/>
        </a:prstGeom>
        <a:solidFill>
          <a:schemeClr val="accent2">
            <a:hueOff val="28360"/>
            <a:satOff val="3260"/>
            <a:lumOff val="-259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C3F04-800A-4A20-973D-78FE03BAE4AF}">
      <dsp:nvSpPr>
        <dsp:cNvPr id="0" name=""/>
        <dsp:cNvSpPr/>
      </dsp:nvSpPr>
      <dsp:spPr>
        <a:xfrm rot="8100000">
          <a:off x="3598518" y="367320"/>
          <a:ext cx="234420" cy="234420"/>
        </a:xfrm>
        <a:prstGeom prst="teardrop">
          <a:avLst>
            <a:gd name="adj" fmla="val 115000"/>
          </a:avLst>
        </a:prstGeom>
        <a:solidFill>
          <a:schemeClr val="accent2">
            <a:hueOff val="56720"/>
            <a:satOff val="6519"/>
            <a:lumOff val="-5196"/>
            <a:alphaOff val="0"/>
          </a:schemeClr>
        </a:solidFill>
        <a:ln w="12700" cap="flat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99C89-098E-467A-BE70-DCB05A22F50E}">
      <dsp:nvSpPr>
        <dsp:cNvPr id="0" name=""/>
        <dsp:cNvSpPr/>
      </dsp:nvSpPr>
      <dsp:spPr>
        <a:xfrm>
          <a:off x="3624560" y="393362"/>
          <a:ext cx="182336" cy="1823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39298-078F-42BE-83A1-2D1AD843819A}">
      <dsp:nvSpPr>
        <dsp:cNvPr id="0" name=""/>
        <dsp:cNvSpPr/>
      </dsp:nvSpPr>
      <dsp:spPr>
        <a:xfrm>
          <a:off x="3881489" y="650290"/>
          <a:ext cx="2949195" cy="94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0" rIns="82550" bIns="12382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January 2020, the first time that people affected from the breach could submit a claim to get compensated.</a:t>
          </a:r>
        </a:p>
      </dsp:txBody>
      <dsp:txXfrm>
        <a:off x="3881489" y="650290"/>
        <a:ext cx="2949195" cy="943559"/>
      </dsp:txXfrm>
    </dsp:sp>
    <dsp:sp modelId="{E9619FF4-819F-436D-B99A-482635614177}">
      <dsp:nvSpPr>
        <dsp:cNvPr id="0" name=""/>
        <dsp:cNvSpPr/>
      </dsp:nvSpPr>
      <dsp:spPr>
        <a:xfrm>
          <a:off x="3881489" y="318770"/>
          <a:ext cx="2949195" cy="33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795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>
              <a:solidFill>
                <a:srgbClr val="FFFFFF"/>
              </a:solidFill>
              <a:latin typeface="Tenorite"/>
              <a:ea typeface="+mn-ea"/>
              <a:cs typeface="+mn-cs"/>
            </a:rPr>
            <a:t>Jan. 2020</a:t>
          </a:r>
        </a:p>
      </dsp:txBody>
      <dsp:txXfrm>
        <a:off x="3881489" y="318770"/>
        <a:ext cx="2949195" cy="331520"/>
      </dsp:txXfrm>
    </dsp:sp>
    <dsp:sp modelId="{39F84859-7458-4B40-A7AD-FD450337EA5D}">
      <dsp:nvSpPr>
        <dsp:cNvPr id="0" name=""/>
        <dsp:cNvSpPr/>
      </dsp:nvSpPr>
      <dsp:spPr>
        <a:xfrm>
          <a:off x="3715728" y="650290"/>
          <a:ext cx="0" cy="943559"/>
        </a:xfrm>
        <a:prstGeom prst="line">
          <a:avLst/>
        </a:prstGeom>
        <a:noFill/>
        <a:ln w="12700" cap="flat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19DBBB-64AA-47FB-9DD8-DEB5F6B23FB1}">
      <dsp:nvSpPr>
        <dsp:cNvPr id="0" name=""/>
        <dsp:cNvSpPr/>
      </dsp:nvSpPr>
      <dsp:spPr>
        <a:xfrm>
          <a:off x="3685429" y="1564013"/>
          <a:ext cx="59673" cy="59673"/>
        </a:xfrm>
        <a:prstGeom prst="ellipse">
          <a:avLst/>
        </a:prstGeom>
        <a:solidFill>
          <a:schemeClr val="accent2">
            <a:hueOff val="56720"/>
            <a:satOff val="6519"/>
            <a:lumOff val="-519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EA9D1-EA8D-4F57-B9D3-6FDA8DE1092F}">
      <dsp:nvSpPr>
        <dsp:cNvPr id="0" name=""/>
        <dsp:cNvSpPr/>
      </dsp:nvSpPr>
      <dsp:spPr>
        <a:xfrm rot="18900000">
          <a:off x="5370166" y="2585959"/>
          <a:ext cx="234420" cy="234420"/>
        </a:xfrm>
        <a:prstGeom prst="teardrop">
          <a:avLst>
            <a:gd name="adj" fmla="val 115000"/>
          </a:avLst>
        </a:prstGeom>
        <a:solidFill>
          <a:schemeClr val="accent2">
            <a:hueOff val="85079"/>
            <a:satOff val="9779"/>
            <a:lumOff val="-7795"/>
            <a:alphaOff val="0"/>
          </a:schemeClr>
        </a:solidFill>
        <a:ln w="12700" cap="flat" cmpd="sng" algn="ctr">
          <a:solidFill>
            <a:schemeClr val="accent2">
              <a:hueOff val="85079"/>
              <a:satOff val="9779"/>
              <a:lumOff val="-77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13A5B-7F96-4E64-BE37-F309446346CC}">
      <dsp:nvSpPr>
        <dsp:cNvPr id="0" name=""/>
        <dsp:cNvSpPr/>
      </dsp:nvSpPr>
      <dsp:spPr>
        <a:xfrm>
          <a:off x="5396208" y="2612001"/>
          <a:ext cx="182336" cy="1823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D730F-6187-4A0F-B6EC-217DFE29C19F}">
      <dsp:nvSpPr>
        <dsp:cNvPr id="0" name=""/>
        <dsp:cNvSpPr/>
      </dsp:nvSpPr>
      <dsp:spPr>
        <a:xfrm>
          <a:off x="5653136" y="1593850"/>
          <a:ext cx="2949195" cy="94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3825" rIns="0" bIns="82550" numCol="1" spcCol="1270" anchor="b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rgbClr val="FFFFFF"/>
              </a:solidFill>
              <a:latin typeface="Tenorite"/>
              <a:ea typeface="+mn-ea"/>
              <a:cs typeface="+mn-cs"/>
            </a:rPr>
            <a:t>In January 2024, this deadline was extended, allowing more people to submit a claim, after this no more claims were accepted.</a:t>
          </a:r>
        </a:p>
      </dsp:txBody>
      <dsp:txXfrm>
        <a:off x="5653136" y="1593850"/>
        <a:ext cx="2949195" cy="943559"/>
      </dsp:txXfrm>
    </dsp:sp>
    <dsp:sp modelId="{887E49AF-D273-4D3C-AC3C-8B8A912CB107}">
      <dsp:nvSpPr>
        <dsp:cNvPr id="0" name=""/>
        <dsp:cNvSpPr/>
      </dsp:nvSpPr>
      <dsp:spPr>
        <a:xfrm>
          <a:off x="5653136" y="2537409"/>
          <a:ext cx="2949195" cy="33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795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>
              <a:solidFill>
                <a:srgbClr val="FFFFFF"/>
              </a:solidFill>
              <a:latin typeface="Tenorite"/>
              <a:ea typeface="+mn-ea"/>
              <a:cs typeface="+mn-cs"/>
            </a:rPr>
            <a:t>Jan. 2024</a:t>
          </a:r>
        </a:p>
      </dsp:txBody>
      <dsp:txXfrm>
        <a:off x="5653136" y="2537409"/>
        <a:ext cx="2949195" cy="331520"/>
      </dsp:txXfrm>
    </dsp:sp>
    <dsp:sp modelId="{88B449F0-BAC3-42C7-A5A8-894360514EFE}">
      <dsp:nvSpPr>
        <dsp:cNvPr id="0" name=""/>
        <dsp:cNvSpPr/>
      </dsp:nvSpPr>
      <dsp:spPr>
        <a:xfrm>
          <a:off x="5487376" y="1593850"/>
          <a:ext cx="0" cy="943559"/>
        </a:xfrm>
        <a:prstGeom prst="line">
          <a:avLst/>
        </a:prstGeom>
        <a:noFill/>
        <a:ln w="12700" cap="flat" cmpd="sng" algn="ctr">
          <a:solidFill>
            <a:schemeClr val="accent2">
              <a:hueOff val="85079"/>
              <a:satOff val="9779"/>
              <a:lumOff val="-779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FA356-39D1-470A-A2FE-A76AA093B442}">
      <dsp:nvSpPr>
        <dsp:cNvPr id="0" name=""/>
        <dsp:cNvSpPr/>
      </dsp:nvSpPr>
      <dsp:spPr>
        <a:xfrm>
          <a:off x="5457076" y="1564013"/>
          <a:ext cx="59673" cy="59673"/>
        </a:xfrm>
        <a:prstGeom prst="ellipse">
          <a:avLst/>
        </a:prstGeom>
        <a:solidFill>
          <a:schemeClr val="accent2">
            <a:hueOff val="85079"/>
            <a:satOff val="9779"/>
            <a:lumOff val="-779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5CF4F-A591-4E4C-9ACB-EDDB72ACF2E8}">
      <dsp:nvSpPr>
        <dsp:cNvPr id="0" name=""/>
        <dsp:cNvSpPr/>
      </dsp:nvSpPr>
      <dsp:spPr>
        <a:xfrm rot="8100000">
          <a:off x="7141813" y="367320"/>
          <a:ext cx="234420" cy="234420"/>
        </a:xfrm>
        <a:prstGeom prst="teardrop">
          <a:avLst>
            <a:gd name="adj" fmla="val 115000"/>
          </a:avLst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1270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64D8E-ADDB-4A9B-A8E2-43031C8F249D}">
      <dsp:nvSpPr>
        <dsp:cNvPr id="0" name=""/>
        <dsp:cNvSpPr/>
      </dsp:nvSpPr>
      <dsp:spPr>
        <a:xfrm>
          <a:off x="7167855" y="393362"/>
          <a:ext cx="182336" cy="1823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ED609-E344-4A21-ACFF-8025C0285F34}">
      <dsp:nvSpPr>
        <dsp:cNvPr id="0" name=""/>
        <dsp:cNvSpPr/>
      </dsp:nvSpPr>
      <dsp:spPr>
        <a:xfrm>
          <a:off x="7424784" y="650290"/>
          <a:ext cx="2949195" cy="943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0" rIns="82550" bIns="12382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rgbClr val="FFFFFF"/>
              </a:solidFill>
              <a:latin typeface="Tenorite"/>
              <a:ea typeface="+mn-ea"/>
              <a:cs typeface="+mn-cs"/>
            </a:rPr>
            <a:t>Equifax continues to face legal action and fines today.</a:t>
          </a:r>
        </a:p>
      </dsp:txBody>
      <dsp:txXfrm>
        <a:off x="7424784" y="650290"/>
        <a:ext cx="2949195" cy="943559"/>
      </dsp:txXfrm>
    </dsp:sp>
    <dsp:sp modelId="{9371B7FE-ACB6-42D1-A3B3-03149BA65E27}">
      <dsp:nvSpPr>
        <dsp:cNvPr id="0" name=""/>
        <dsp:cNvSpPr/>
      </dsp:nvSpPr>
      <dsp:spPr>
        <a:xfrm>
          <a:off x="7424784" y="318770"/>
          <a:ext cx="2949195" cy="33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795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>
              <a:solidFill>
                <a:srgbClr val="FFFFFF"/>
              </a:solidFill>
              <a:latin typeface="Tenorite"/>
              <a:ea typeface="+mn-ea"/>
              <a:cs typeface="+mn-cs"/>
            </a:rPr>
            <a:t>2025</a:t>
          </a:r>
        </a:p>
      </dsp:txBody>
      <dsp:txXfrm>
        <a:off x="7424784" y="318770"/>
        <a:ext cx="2949195" cy="331520"/>
      </dsp:txXfrm>
    </dsp:sp>
    <dsp:sp modelId="{69B69400-8E80-4CBC-B284-DBA975749231}">
      <dsp:nvSpPr>
        <dsp:cNvPr id="0" name=""/>
        <dsp:cNvSpPr/>
      </dsp:nvSpPr>
      <dsp:spPr>
        <a:xfrm>
          <a:off x="7259024" y="650290"/>
          <a:ext cx="0" cy="943559"/>
        </a:xfrm>
        <a:prstGeom prst="line">
          <a:avLst/>
        </a:prstGeom>
        <a:noFill/>
        <a:ln w="1270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73C547-BA30-4F83-B1D9-FD33D5F4BFF9}">
      <dsp:nvSpPr>
        <dsp:cNvPr id="0" name=""/>
        <dsp:cNvSpPr/>
      </dsp:nvSpPr>
      <dsp:spPr>
        <a:xfrm>
          <a:off x="7228724" y="1564013"/>
          <a:ext cx="59673" cy="59673"/>
        </a:xfrm>
        <a:prstGeom prst="ellipse">
          <a:avLst/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AC648-E0FD-4151-9BC0-4A4611F68604}">
      <dsp:nvSpPr>
        <dsp:cNvPr id="0" name=""/>
        <dsp:cNvSpPr/>
      </dsp:nvSpPr>
      <dsp:spPr>
        <a:xfrm>
          <a:off x="369560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FB685-3221-4BFD-AFC1-446A31585259}">
      <dsp:nvSpPr>
        <dsp:cNvPr id="0" name=""/>
        <dsp:cNvSpPr/>
      </dsp:nvSpPr>
      <dsp:spPr>
        <a:xfrm>
          <a:off x="6045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Massive Data Exposure </a:t>
          </a:r>
          <a:endParaRPr lang="en-US" sz="1100" kern="1200">
            <a:latin typeface="Aptos"/>
          </a:endParaRPr>
        </a:p>
      </dsp:txBody>
      <dsp:txXfrm>
        <a:off x="6045" y="1685284"/>
        <a:ext cx="1321874" cy="627890"/>
      </dsp:txXfrm>
    </dsp:sp>
    <dsp:sp modelId="{E0C6CFA2-24E0-4ECF-AE07-42584F85E467}">
      <dsp:nvSpPr>
        <dsp:cNvPr id="0" name=""/>
        <dsp:cNvSpPr/>
      </dsp:nvSpPr>
      <dsp:spPr>
        <a:xfrm>
          <a:off x="1922763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9FA20-DB6E-41E6-B10E-102DFF7652EE}">
      <dsp:nvSpPr>
        <dsp:cNvPr id="0" name=""/>
        <dsp:cNvSpPr/>
      </dsp:nvSpPr>
      <dsp:spPr>
        <a:xfrm>
          <a:off x="1559248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The personal data of 143 million U.S consumers, which was later corrected to 148million.</a:t>
          </a:r>
          <a:endParaRPr lang="en-US" sz="1100" kern="1200">
            <a:latin typeface="Aptos"/>
          </a:endParaRPr>
        </a:p>
      </dsp:txBody>
      <dsp:txXfrm>
        <a:off x="1559248" y="1685284"/>
        <a:ext cx="1321874" cy="627890"/>
      </dsp:txXfrm>
    </dsp:sp>
    <dsp:sp modelId="{DECFA5FA-7AA4-49EC-9239-491D3D706753}">
      <dsp:nvSpPr>
        <dsp:cNvPr id="0" name=""/>
        <dsp:cNvSpPr/>
      </dsp:nvSpPr>
      <dsp:spPr>
        <a:xfrm>
          <a:off x="3475967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B1FFD-201D-4A25-A1CE-89CC9521B141}">
      <dsp:nvSpPr>
        <dsp:cNvPr id="0" name=""/>
        <dsp:cNvSpPr/>
      </dsp:nvSpPr>
      <dsp:spPr>
        <a:xfrm>
          <a:off x="3112451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Exposed data included names, Social Security numbers, birthdates, addresses, and driver's license numbers. </a:t>
          </a:r>
          <a:endParaRPr lang="en-US" sz="1100" kern="1200">
            <a:latin typeface="Aptos"/>
          </a:endParaRPr>
        </a:p>
      </dsp:txBody>
      <dsp:txXfrm>
        <a:off x="3112451" y="1685284"/>
        <a:ext cx="1321874" cy="627890"/>
      </dsp:txXfrm>
    </dsp:sp>
    <dsp:sp modelId="{08B81C93-DACF-494F-A9F8-EE1B1035B9D8}">
      <dsp:nvSpPr>
        <dsp:cNvPr id="0" name=""/>
        <dsp:cNvSpPr/>
      </dsp:nvSpPr>
      <dsp:spPr>
        <a:xfrm>
          <a:off x="5029170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05382-90E9-45A4-9FB1-D2BD9390426B}">
      <dsp:nvSpPr>
        <dsp:cNvPr id="0" name=""/>
        <dsp:cNvSpPr/>
      </dsp:nvSpPr>
      <dsp:spPr>
        <a:xfrm>
          <a:off x="4665654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Credit card numbers for 209,000 customers and 182,000 dispute-related personal documents were accessed.</a:t>
          </a:r>
          <a:endParaRPr lang="en-US" sz="1100" kern="1200">
            <a:latin typeface="Aptos"/>
          </a:endParaRPr>
        </a:p>
      </dsp:txBody>
      <dsp:txXfrm>
        <a:off x="4665654" y="1685284"/>
        <a:ext cx="1321874" cy="627890"/>
      </dsp:txXfrm>
    </dsp:sp>
    <dsp:sp modelId="{903FF6B3-D7CD-4B12-8C3A-21BC6D775087}">
      <dsp:nvSpPr>
        <dsp:cNvPr id="0" name=""/>
        <dsp:cNvSpPr/>
      </dsp:nvSpPr>
      <dsp:spPr>
        <a:xfrm>
          <a:off x="6582373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D683D-1535-47CA-8C3D-62F6F34C9D68}">
      <dsp:nvSpPr>
        <dsp:cNvPr id="0" name=""/>
        <dsp:cNvSpPr/>
      </dsp:nvSpPr>
      <dsp:spPr>
        <a:xfrm>
          <a:off x="6218857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2. Financial &amp; Settlement Costs</a:t>
          </a:r>
          <a:endParaRPr lang="en-US" sz="1100" kern="1200">
            <a:latin typeface="Aptos"/>
          </a:endParaRPr>
        </a:p>
      </dsp:txBody>
      <dsp:txXfrm>
        <a:off x="6218857" y="1685284"/>
        <a:ext cx="1321874" cy="627890"/>
      </dsp:txXfrm>
    </dsp:sp>
    <dsp:sp modelId="{2FEC504D-79CB-4C56-A098-2411C8F8C080}">
      <dsp:nvSpPr>
        <dsp:cNvPr id="0" name=""/>
        <dsp:cNvSpPr/>
      </dsp:nvSpPr>
      <dsp:spPr>
        <a:xfrm>
          <a:off x="8135576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F037-9FE4-40D9-B7FE-4F2A695AF34C}">
      <dsp:nvSpPr>
        <dsp:cNvPr id="0" name=""/>
        <dsp:cNvSpPr/>
      </dsp:nvSpPr>
      <dsp:spPr>
        <a:xfrm>
          <a:off x="7772060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Equifax agreed to a global settlement that included paying at $575 million and possibly up to $700 million. </a:t>
          </a:r>
          <a:endParaRPr lang="en-US" sz="1100" kern="1200">
            <a:latin typeface="Aptos"/>
          </a:endParaRPr>
        </a:p>
      </dsp:txBody>
      <dsp:txXfrm>
        <a:off x="7772060" y="1685284"/>
        <a:ext cx="1321874" cy="627890"/>
      </dsp:txXfrm>
    </dsp:sp>
    <dsp:sp modelId="{F71F3461-2061-4A24-80BB-A369A21DF0D6}">
      <dsp:nvSpPr>
        <dsp:cNvPr id="0" name=""/>
        <dsp:cNvSpPr/>
      </dsp:nvSpPr>
      <dsp:spPr>
        <a:xfrm>
          <a:off x="9688779" y="874524"/>
          <a:ext cx="594843" cy="59484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3B219-66CC-47ED-9182-4F782763AF27}">
      <dsp:nvSpPr>
        <dsp:cNvPr id="0" name=""/>
        <dsp:cNvSpPr/>
      </dsp:nvSpPr>
      <dsp:spPr>
        <a:xfrm>
          <a:off x="9325263" y="1685284"/>
          <a:ext cx="1321874" cy="62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Part of that was allocated for consumer relief, credit monitoring and identity restoration services.</a:t>
          </a:r>
          <a:endParaRPr lang="en-US" sz="1100" kern="1200">
            <a:latin typeface="Aptos"/>
          </a:endParaRPr>
        </a:p>
      </dsp:txBody>
      <dsp:txXfrm>
        <a:off x="9325263" y="1685284"/>
        <a:ext cx="1321874" cy="6278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5A0525-2311-4880-82A8-FCF0142A1E4B}">
      <dsp:nvSpPr>
        <dsp:cNvPr id="0" name=""/>
        <dsp:cNvSpPr/>
      </dsp:nvSpPr>
      <dsp:spPr>
        <a:xfrm>
          <a:off x="2035808" y="0"/>
          <a:ext cx="1510523" cy="11541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F80F7-3366-4C31-8FF1-89299DC5A3AA}">
      <dsp:nvSpPr>
        <dsp:cNvPr id="0" name=""/>
        <dsp:cNvSpPr/>
      </dsp:nvSpPr>
      <dsp:spPr>
        <a:xfrm>
          <a:off x="633179" y="1258841"/>
          <a:ext cx="4315781" cy="4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0" i="0" kern="1200">
              <a:latin typeface="Aptos"/>
            </a:rPr>
            <a:t> Legal and Regulatory Liability/ Lawsuits </a:t>
          </a:r>
          <a:endParaRPr lang="en-US" sz="1900" kern="1200">
            <a:latin typeface="Aptos"/>
          </a:endParaRPr>
        </a:p>
      </dsp:txBody>
      <dsp:txXfrm>
        <a:off x="633179" y="1258841"/>
        <a:ext cx="4315781" cy="494619"/>
      </dsp:txXfrm>
    </dsp:sp>
    <dsp:sp modelId="{332F7CC6-348F-47DE-82DA-218E3617A751}">
      <dsp:nvSpPr>
        <dsp:cNvPr id="0" name=""/>
        <dsp:cNvSpPr/>
      </dsp:nvSpPr>
      <dsp:spPr>
        <a:xfrm>
          <a:off x="633179" y="1802172"/>
          <a:ext cx="4315781" cy="1385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>
              <a:latin typeface="Aptos"/>
            </a:rPr>
            <a:t>Numerous class-action suits and regulatory investigations ensued. </a:t>
          </a:r>
          <a:endParaRPr lang="en-US" sz="1500" kern="1200">
            <a:latin typeface="Aptos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>
              <a:latin typeface="Aptos"/>
            </a:rPr>
            <a:t>The U.S House Oversight Committee produced a detailed report finding systemic failures in security oversight.</a:t>
          </a:r>
          <a:endParaRPr lang="en-US" sz="1500" kern="1200">
            <a:latin typeface="Aptos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>
              <a:latin typeface="Aptos"/>
            </a:rPr>
            <a:t>Regulatory penalties and requirements for stronger data protection and reporting were imposed </a:t>
          </a:r>
          <a:endParaRPr lang="en-US" sz="1500" kern="1200">
            <a:latin typeface="Aptos"/>
          </a:endParaRPr>
        </a:p>
      </dsp:txBody>
      <dsp:txXfrm>
        <a:off x="633179" y="1802172"/>
        <a:ext cx="4315781" cy="1385527"/>
      </dsp:txXfrm>
    </dsp:sp>
    <dsp:sp modelId="{B0549B8D-D4E8-4449-8161-AE6493EFA973}">
      <dsp:nvSpPr>
        <dsp:cNvPr id="0" name=""/>
        <dsp:cNvSpPr/>
      </dsp:nvSpPr>
      <dsp:spPr>
        <a:xfrm>
          <a:off x="7106851" y="0"/>
          <a:ext cx="1510523" cy="11541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89109-B70D-4A8D-9871-28D1787DE78C}">
      <dsp:nvSpPr>
        <dsp:cNvPr id="0" name=""/>
        <dsp:cNvSpPr/>
      </dsp:nvSpPr>
      <dsp:spPr>
        <a:xfrm>
          <a:off x="5704222" y="1258841"/>
          <a:ext cx="4315781" cy="4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b="0" i="0" kern="1200">
              <a:latin typeface="Aptos"/>
            </a:rPr>
            <a:t>Reputational Damage &amp; Loss of Trust </a:t>
          </a:r>
          <a:endParaRPr lang="en-US" sz="1900" kern="1200">
            <a:latin typeface="Aptos"/>
          </a:endParaRPr>
        </a:p>
      </dsp:txBody>
      <dsp:txXfrm>
        <a:off x="5704222" y="1258841"/>
        <a:ext cx="4315781" cy="494619"/>
      </dsp:txXfrm>
    </dsp:sp>
    <dsp:sp modelId="{3496C402-8814-49F3-B50D-022F30DBC7C9}">
      <dsp:nvSpPr>
        <dsp:cNvPr id="0" name=""/>
        <dsp:cNvSpPr/>
      </dsp:nvSpPr>
      <dsp:spPr>
        <a:xfrm>
          <a:off x="5704222" y="1802172"/>
          <a:ext cx="4315781" cy="1385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>
              <a:latin typeface="Aptos"/>
            </a:rPr>
            <a:t>Equifax’s credibility was severely undermined (customers, governments, and media criticised internal practices)</a:t>
          </a:r>
          <a:endParaRPr lang="en-US" sz="1500" kern="1200">
            <a:latin typeface="Aptos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0" i="0" kern="1200">
              <a:latin typeface="Aptos"/>
            </a:rPr>
            <a:t>The stock value dropped drastically following public disclosure.</a:t>
          </a:r>
          <a:endParaRPr lang="en-US" sz="1500" kern="1200">
            <a:latin typeface="Aptos"/>
          </a:endParaRPr>
        </a:p>
      </dsp:txBody>
      <dsp:txXfrm>
        <a:off x="5704222" y="1802172"/>
        <a:ext cx="4315781" cy="13855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6AE95-2F2D-4522-91F0-148E88CDFB86}">
      <dsp:nvSpPr>
        <dsp:cNvPr id="0" name=""/>
        <dsp:cNvSpPr/>
      </dsp:nvSpPr>
      <dsp:spPr>
        <a:xfrm>
          <a:off x="2035808" y="0"/>
          <a:ext cx="1510523" cy="1112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C05C4-CB95-4ED0-B927-DDB988A260D6}">
      <dsp:nvSpPr>
        <dsp:cNvPr id="0" name=""/>
        <dsp:cNvSpPr/>
      </dsp:nvSpPr>
      <dsp:spPr>
        <a:xfrm>
          <a:off x="633179" y="1213627"/>
          <a:ext cx="4315781" cy="476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i="0" kern="1200">
              <a:latin typeface="Aptos"/>
            </a:rPr>
            <a:t>Network Segmentation/Isolation</a:t>
          </a:r>
          <a:endParaRPr lang="en-US" sz="2100" kern="1200">
            <a:latin typeface="Aptos"/>
          </a:endParaRPr>
        </a:p>
      </dsp:txBody>
      <dsp:txXfrm>
        <a:off x="633179" y="1213627"/>
        <a:ext cx="4315781" cy="476854"/>
      </dsp:txXfrm>
    </dsp:sp>
    <dsp:sp modelId="{8412AC04-05EA-4627-8DCD-3D32DC244853}">
      <dsp:nvSpPr>
        <dsp:cNvPr id="0" name=""/>
        <dsp:cNvSpPr/>
      </dsp:nvSpPr>
      <dsp:spPr>
        <a:xfrm>
          <a:off x="633179" y="1737443"/>
          <a:ext cx="4315781" cy="1450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>
              <a:latin typeface="Aptos"/>
            </a:rPr>
            <a:t>Limited access, such that web-facing components cannot directly interact with the sensitive database, would restrict lateral movement by attackers.</a:t>
          </a:r>
          <a:endParaRPr lang="en-US" sz="1600" kern="1200">
            <a:latin typeface="Aptos"/>
          </a:endParaRP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>
              <a:latin typeface="Aptos"/>
            </a:rPr>
            <a:t>Micro-segmentation (breaking internal networks into smaller trust zones to add further containment)</a:t>
          </a:r>
          <a:endParaRPr lang="en-US" sz="1600" kern="1200">
            <a:latin typeface="Aptos"/>
          </a:endParaRPr>
        </a:p>
      </dsp:txBody>
      <dsp:txXfrm>
        <a:off x="633179" y="1737443"/>
        <a:ext cx="4315781" cy="1450256"/>
      </dsp:txXfrm>
    </dsp:sp>
    <dsp:sp modelId="{7AEA6EDC-BDD0-42DE-8015-728FD7939501}">
      <dsp:nvSpPr>
        <dsp:cNvPr id="0" name=""/>
        <dsp:cNvSpPr/>
      </dsp:nvSpPr>
      <dsp:spPr>
        <a:xfrm>
          <a:off x="7106851" y="0"/>
          <a:ext cx="1510523" cy="1112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10E3B-42D8-420C-9EE2-A8EAF88576BF}">
      <dsp:nvSpPr>
        <dsp:cNvPr id="0" name=""/>
        <dsp:cNvSpPr/>
      </dsp:nvSpPr>
      <dsp:spPr>
        <a:xfrm>
          <a:off x="5704222" y="1213627"/>
          <a:ext cx="4315781" cy="476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i="0" kern="1200">
              <a:latin typeface="Aptos"/>
            </a:rPr>
            <a:t>Strong Encryption &amp; Data Protection</a:t>
          </a:r>
          <a:endParaRPr lang="en-US" sz="2100" kern="1200">
            <a:latin typeface="Aptos"/>
          </a:endParaRPr>
        </a:p>
      </dsp:txBody>
      <dsp:txXfrm>
        <a:off x="5704222" y="1213627"/>
        <a:ext cx="4315781" cy="476854"/>
      </dsp:txXfrm>
    </dsp:sp>
    <dsp:sp modelId="{015ABAD6-C769-4B36-B584-1821D0C5C890}">
      <dsp:nvSpPr>
        <dsp:cNvPr id="0" name=""/>
        <dsp:cNvSpPr/>
      </dsp:nvSpPr>
      <dsp:spPr>
        <a:xfrm>
          <a:off x="5704222" y="1737443"/>
          <a:ext cx="4315781" cy="1450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>
              <a:latin typeface="Aptos"/>
            </a:rPr>
            <a:t>Encrypting sensitive data both at rest and in transit reduces risk even if a breach occurs</a:t>
          </a:r>
          <a:endParaRPr lang="en-US" sz="1600" kern="1200">
            <a:latin typeface="Aptos"/>
          </a:endParaRP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>
              <a:latin typeface="Aptos"/>
            </a:rPr>
            <a:t>Properly protecting credentials, keys, and certificates is vital (avoiding expired or mismanaged SSL certs)</a:t>
          </a:r>
          <a:endParaRPr lang="en-US" sz="1600" kern="1200">
            <a:latin typeface="Aptos"/>
          </a:endParaRPr>
        </a:p>
      </dsp:txBody>
      <dsp:txXfrm>
        <a:off x="5704222" y="1737443"/>
        <a:ext cx="4315781" cy="145025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8190A8-5CCD-43A1-9DDA-C04AEE769247}">
      <dsp:nvSpPr>
        <dsp:cNvPr id="0" name=""/>
        <dsp:cNvSpPr/>
      </dsp:nvSpPr>
      <dsp:spPr>
        <a:xfrm>
          <a:off x="3634" y="182868"/>
          <a:ext cx="2185211" cy="489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Root Cause</a:t>
          </a:r>
        </a:p>
      </dsp:txBody>
      <dsp:txXfrm>
        <a:off x="3634" y="182868"/>
        <a:ext cx="2185211" cy="489600"/>
      </dsp:txXfrm>
    </dsp:sp>
    <dsp:sp modelId="{7314B4AC-02F0-43B3-9995-56F28645B721}">
      <dsp:nvSpPr>
        <dsp:cNvPr id="0" name=""/>
        <dsp:cNvSpPr/>
      </dsp:nvSpPr>
      <dsp:spPr>
        <a:xfrm>
          <a:off x="3634" y="672468"/>
          <a:ext cx="2185211" cy="2333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input-validation/injection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Deserialization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Memory corruption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Unsafe code evaluations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Bad configurations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File upload</a:t>
          </a:r>
        </a:p>
      </dsp:txBody>
      <dsp:txXfrm>
        <a:off x="3634" y="672468"/>
        <a:ext cx="2185211" cy="2333250"/>
      </dsp:txXfrm>
    </dsp:sp>
    <dsp:sp modelId="{D8090840-2515-41C7-B74B-0EE9F5FC052E}">
      <dsp:nvSpPr>
        <dsp:cNvPr id="0" name=""/>
        <dsp:cNvSpPr/>
      </dsp:nvSpPr>
      <dsp:spPr>
        <a:xfrm>
          <a:off x="2494775" y="182868"/>
          <a:ext cx="2185211" cy="489600"/>
        </a:xfrm>
        <a:prstGeom prst="rect">
          <a:avLst/>
        </a:prstGeom>
        <a:solidFill>
          <a:schemeClr val="accent1">
            <a:shade val="80000"/>
            <a:hueOff val="87960"/>
            <a:satOff val="-3931"/>
            <a:lumOff val="9105"/>
            <a:alphaOff val="0"/>
          </a:schemeClr>
        </a:solidFill>
        <a:ln w="12700" cap="flat" cmpd="sng" algn="ctr">
          <a:solidFill>
            <a:schemeClr val="accent1">
              <a:shade val="80000"/>
              <a:hueOff val="87960"/>
              <a:satOff val="-3931"/>
              <a:lumOff val="91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Disclosure Status</a:t>
          </a:r>
        </a:p>
      </dsp:txBody>
      <dsp:txXfrm>
        <a:off x="2494775" y="182868"/>
        <a:ext cx="2185211" cy="489600"/>
      </dsp:txXfrm>
    </dsp:sp>
    <dsp:sp modelId="{4CDE2F4C-94D2-4455-9460-060F4CEA8761}">
      <dsp:nvSpPr>
        <dsp:cNvPr id="0" name=""/>
        <dsp:cNvSpPr/>
      </dsp:nvSpPr>
      <dsp:spPr>
        <a:xfrm>
          <a:off x="2494775" y="672468"/>
          <a:ext cx="2185211" cy="2333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Known/unpatched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Zero Day</a:t>
          </a:r>
        </a:p>
      </dsp:txBody>
      <dsp:txXfrm>
        <a:off x="2494775" y="672468"/>
        <a:ext cx="2185211" cy="2333250"/>
      </dsp:txXfrm>
    </dsp:sp>
    <dsp:sp modelId="{DC73677A-0B23-43F7-8BBD-25B6CD69BE7B}">
      <dsp:nvSpPr>
        <dsp:cNvPr id="0" name=""/>
        <dsp:cNvSpPr/>
      </dsp:nvSpPr>
      <dsp:spPr>
        <a:xfrm>
          <a:off x="4985916" y="182868"/>
          <a:ext cx="2185211" cy="489600"/>
        </a:xfrm>
        <a:prstGeom prst="rect">
          <a:avLst/>
        </a:prstGeom>
        <a:solidFill>
          <a:schemeClr val="accent1">
            <a:shade val="80000"/>
            <a:hueOff val="175919"/>
            <a:satOff val="-7861"/>
            <a:lumOff val="18211"/>
            <a:alphaOff val="0"/>
          </a:schemeClr>
        </a:solidFill>
        <a:ln w="12700" cap="flat" cmpd="sng" algn="ctr">
          <a:solidFill>
            <a:schemeClr val="accent1">
              <a:shade val="80000"/>
              <a:hueOff val="175919"/>
              <a:satOff val="-7861"/>
              <a:lumOff val="182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Exploit Access</a:t>
          </a:r>
        </a:p>
      </dsp:txBody>
      <dsp:txXfrm>
        <a:off x="4985916" y="182868"/>
        <a:ext cx="2185211" cy="489600"/>
      </dsp:txXfrm>
    </dsp:sp>
    <dsp:sp modelId="{3164007F-3F17-4BB6-A3AF-05A92740E6E3}">
      <dsp:nvSpPr>
        <dsp:cNvPr id="0" name=""/>
        <dsp:cNvSpPr/>
      </dsp:nvSpPr>
      <dsp:spPr>
        <a:xfrm>
          <a:off x="4985916" y="672468"/>
          <a:ext cx="2185211" cy="2333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Unauthenticated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Authenticated</a:t>
          </a:r>
        </a:p>
      </dsp:txBody>
      <dsp:txXfrm>
        <a:off x="4985916" y="672468"/>
        <a:ext cx="2185211" cy="2333250"/>
      </dsp:txXfrm>
    </dsp:sp>
    <dsp:sp modelId="{172E5FB0-EA92-4779-9D2D-B2F40058F259}">
      <dsp:nvSpPr>
        <dsp:cNvPr id="0" name=""/>
        <dsp:cNvSpPr/>
      </dsp:nvSpPr>
      <dsp:spPr>
        <a:xfrm>
          <a:off x="7477057" y="182868"/>
          <a:ext cx="2185211" cy="489600"/>
        </a:xfrm>
        <a:prstGeom prst="rect">
          <a:avLst/>
        </a:prstGeom>
        <a:solidFill>
          <a:schemeClr val="accent1">
            <a:shade val="80000"/>
            <a:hueOff val="263879"/>
            <a:satOff val="-11792"/>
            <a:lumOff val="27316"/>
            <a:alphaOff val="0"/>
          </a:schemeClr>
        </a:solidFill>
        <a:ln w="12700" cap="flat" cmpd="sng" algn="ctr">
          <a:solidFill>
            <a:schemeClr val="accent1">
              <a:shade val="80000"/>
              <a:hueOff val="263879"/>
              <a:satOff val="-11792"/>
              <a:lumOff val="273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latin typeface="Aptos"/>
            </a:rPr>
            <a:t>Trigger / Persistence</a:t>
          </a:r>
        </a:p>
      </dsp:txBody>
      <dsp:txXfrm>
        <a:off x="7477057" y="182868"/>
        <a:ext cx="2185211" cy="489600"/>
      </dsp:txXfrm>
    </dsp:sp>
    <dsp:sp modelId="{28B201BD-64FA-4BDC-8CD3-DA43E95A4085}">
      <dsp:nvSpPr>
        <dsp:cNvPr id="0" name=""/>
        <dsp:cNvSpPr/>
      </dsp:nvSpPr>
      <dsp:spPr>
        <a:xfrm>
          <a:off x="7477057" y="672468"/>
          <a:ext cx="2185211" cy="2333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Immediate (Reflected) RCE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>
              <a:latin typeface="Aptos"/>
            </a:rPr>
            <a:t>Stored (Persistent) RCE</a:t>
          </a:r>
        </a:p>
      </dsp:txBody>
      <dsp:txXfrm>
        <a:off x="7477057" y="672468"/>
        <a:ext cx="2185211" cy="233325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4C08F-0C71-473D-8074-E67A21B389B3}">
      <dsp:nvSpPr>
        <dsp:cNvPr id="0" name=""/>
        <dsp:cNvSpPr/>
      </dsp:nvSpPr>
      <dsp:spPr>
        <a:xfrm rot="5400000">
          <a:off x="1436675" y="798145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D6C46-B107-4C1E-9DEF-CFC648F5AB64}">
      <dsp:nvSpPr>
        <dsp:cNvPr id="0" name=""/>
        <dsp:cNvSpPr/>
      </dsp:nvSpPr>
      <dsp:spPr>
        <a:xfrm>
          <a:off x="1724595" y="236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1. Memory-corruption RCEs </a:t>
          </a:r>
          <a:endParaRPr lang="en-US" sz="1000" kern="1200">
            <a:latin typeface="Aptos"/>
          </a:endParaRPr>
        </a:p>
      </dsp:txBody>
      <dsp:txXfrm>
        <a:off x="1754020" y="29661"/>
        <a:ext cx="1615584" cy="945810"/>
      </dsp:txXfrm>
    </dsp:sp>
    <dsp:sp modelId="{1D41D0C8-179F-4FD2-A48E-767034491E12}">
      <dsp:nvSpPr>
        <dsp:cNvPr id="0" name=""/>
        <dsp:cNvSpPr/>
      </dsp:nvSpPr>
      <dsp:spPr>
        <a:xfrm rot="5400000">
          <a:off x="1436675" y="2053971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BA534-AAFF-4E0B-AA8F-BE95EAA63D8B}">
      <dsp:nvSpPr>
        <dsp:cNvPr id="0" name=""/>
        <dsp:cNvSpPr/>
      </dsp:nvSpPr>
      <dsp:spPr>
        <a:xfrm>
          <a:off x="1724595" y="1256062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latin typeface="Aptos"/>
            </a:rPr>
            <a:t>- Exploits flaws in native code that let an attacker overwrite memory and hijack control flow (return addresses, function pointers).</a:t>
          </a:r>
          <a:endParaRPr lang="en-US" sz="1000" kern="1200">
            <a:latin typeface="Aptos"/>
          </a:endParaRPr>
        </a:p>
      </dsp:txBody>
      <dsp:txXfrm>
        <a:off x="1754020" y="1285487"/>
        <a:ext cx="1615584" cy="945810"/>
      </dsp:txXfrm>
    </dsp:sp>
    <dsp:sp modelId="{E72C763E-16A9-42F8-B8BA-C528A8633360}">
      <dsp:nvSpPr>
        <dsp:cNvPr id="0" name=""/>
        <dsp:cNvSpPr/>
      </dsp:nvSpPr>
      <dsp:spPr>
        <a:xfrm rot="5400000">
          <a:off x="1436675" y="3309797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4FFF0-2FCC-4AE5-B5D6-1F05D7C2B521}">
      <dsp:nvSpPr>
        <dsp:cNvPr id="0" name=""/>
        <dsp:cNvSpPr/>
      </dsp:nvSpPr>
      <dsp:spPr>
        <a:xfrm>
          <a:off x="1724595" y="2511888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2. Command Injection / OS Command Execution</a:t>
          </a:r>
          <a:endParaRPr lang="en-US" sz="1000" kern="1200">
            <a:latin typeface="Aptos"/>
          </a:endParaRPr>
        </a:p>
      </dsp:txBody>
      <dsp:txXfrm>
        <a:off x="1754020" y="2541313"/>
        <a:ext cx="1615584" cy="945810"/>
      </dsp:txXfrm>
    </dsp:sp>
    <dsp:sp modelId="{0D863443-114A-46C8-94D9-2E7939BD6C96}">
      <dsp:nvSpPr>
        <dsp:cNvPr id="0" name=""/>
        <dsp:cNvSpPr/>
      </dsp:nvSpPr>
      <dsp:spPr>
        <a:xfrm>
          <a:off x="2064588" y="3937710"/>
          <a:ext cx="2221891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F340D-7ED3-4E52-A9BF-A35BD8447204}">
      <dsp:nvSpPr>
        <dsp:cNvPr id="0" name=""/>
        <dsp:cNvSpPr/>
      </dsp:nvSpPr>
      <dsp:spPr>
        <a:xfrm>
          <a:off x="1724595" y="3767713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latin typeface="Aptos"/>
            </a:rPr>
            <a:t>- Application constructs shell/OS commands using untrusted input and executes them (e.g., via system(), exec()).</a:t>
          </a:r>
          <a:endParaRPr lang="en-US" sz="1000" kern="1200">
            <a:latin typeface="Aptos"/>
          </a:endParaRPr>
        </a:p>
      </dsp:txBody>
      <dsp:txXfrm>
        <a:off x="1754020" y="3797138"/>
        <a:ext cx="1615584" cy="945810"/>
      </dsp:txXfrm>
    </dsp:sp>
    <dsp:sp modelId="{24CBFACE-9AF5-414C-8A69-6CAF235E7DC3}">
      <dsp:nvSpPr>
        <dsp:cNvPr id="0" name=""/>
        <dsp:cNvSpPr/>
      </dsp:nvSpPr>
      <dsp:spPr>
        <a:xfrm rot="16200000">
          <a:off x="3663673" y="3309797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F12F7-DED9-43F5-AE3D-C19310F4E3BE}">
      <dsp:nvSpPr>
        <dsp:cNvPr id="0" name=""/>
        <dsp:cNvSpPr/>
      </dsp:nvSpPr>
      <dsp:spPr>
        <a:xfrm>
          <a:off x="3951593" y="3767713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3. Deserialization vulnerabilities</a:t>
          </a:r>
          <a:endParaRPr lang="en-US" sz="1000" kern="1200">
            <a:latin typeface="Aptos"/>
          </a:endParaRPr>
        </a:p>
      </dsp:txBody>
      <dsp:txXfrm>
        <a:off x="3981018" y="3797138"/>
        <a:ext cx="1615584" cy="945810"/>
      </dsp:txXfrm>
    </dsp:sp>
    <dsp:sp modelId="{DC589723-E7E9-4614-8EDA-C702909083E4}">
      <dsp:nvSpPr>
        <dsp:cNvPr id="0" name=""/>
        <dsp:cNvSpPr/>
      </dsp:nvSpPr>
      <dsp:spPr>
        <a:xfrm rot="16200000">
          <a:off x="3663673" y="2053971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A7F77-C7B0-4DDD-B2BE-8258E3476C54}">
      <dsp:nvSpPr>
        <dsp:cNvPr id="0" name=""/>
        <dsp:cNvSpPr/>
      </dsp:nvSpPr>
      <dsp:spPr>
        <a:xfrm>
          <a:off x="3951593" y="2511888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latin typeface="Aptos"/>
            </a:rPr>
            <a:t>- Unsafe deserialization of untrusted serialized objects allows execution of arbitrary classes/methods.</a:t>
          </a:r>
          <a:endParaRPr lang="en-US" sz="1000" kern="1200">
            <a:latin typeface="Aptos"/>
          </a:endParaRPr>
        </a:p>
      </dsp:txBody>
      <dsp:txXfrm>
        <a:off x="3981018" y="2541313"/>
        <a:ext cx="1615584" cy="945810"/>
      </dsp:txXfrm>
    </dsp:sp>
    <dsp:sp modelId="{BEAE409A-6025-48AD-AADF-3435AC0A5906}">
      <dsp:nvSpPr>
        <dsp:cNvPr id="0" name=""/>
        <dsp:cNvSpPr/>
      </dsp:nvSpPr>
      <dsp:spPr>
        <a:xfrm rot="16200000">
          <a:off x="3663673" y="798145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7C9D4-B0F9-4190-97FD-5E1D99A495ED}">
      <dsp:nvSpPr>
        <dsp:cNvPr id="0" name=""/>
        <dsp:cNvSpPr/>
      </dsp:nvSpPr>
      <dsp:spPr>
        <a:xfrm>
          <a:off x="3951593" y="1256062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4. Remote file upload </a:t>
          </a:r>
          <a:endParaRPr lang="en-US" sz="1000" kern="1200">
            <a:latin typeface="Aptos"/>
          </a:endParaRPr>
        </a:p>
      </dsp:txBody>
      <dsp:txXfrm>
        <a:off x="3981018" y="1285487"/>
        <a:ext cx="1615584" cy="945810"/>
      </dsp:txXfrm>
    </dsp:sp>
    <dsp:sp modelId="{F0F38E61-6D98-42AB-AA06-F67D4060A3F7}">
      <dsp:nvSpPr>
        <dsp:cNvPr id="0" name=""/>
        <dsp:cNvSpPr/>
      </dsp:nvSpPr>
      <dsp:spPr>
        <a:xfrm>
          <a:off x="4291586" y="170233"/>
          <a:ext cx="2221891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11A81-E37D-4526-BEA1-C11CC25E1C4A}">
      <dsp:nvSpPr>
        <dsp:cNvPr id="0" name=""/>
        <dsp:cNvSpPr/>
      </dsp:nvSpPr>
      <dsp:spPr>
        <a:xfrm>
          <a:off x="3951593" y="236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latin typeface="Aptos"/>
            </a:rPr>
            <a:t>- Uploading files that are later executed or interpreted by the server.</a:t>
          </a:r>
          <a:endParaRPr lang="en-US" sz="1000" kern="1200">
            <a:latin typeface="Aptos"/>
          </a:endParaRPr>
        </a:p>
      </dsp:txBody>
      <dsp:txXfrm>
        <a:off x="3981018" y="29661"/>
        <a:ext cx="1615584" cy="945810"/>
      </dsp:txXfrm>
    </dsp:sp>
    <dsp:sp modelId="{57221038-B049-441C-A2A3-B821BB76053F}">
      <dsp:nvSpPr>
        <dsp:cNvPr id="0" name=""/>
        <dsp:cNvSpPr/>
      </dsp:nvSpPr>
      <dsp:spPr>
        <a:xfrm rot="5400000">
          <a:off x="5890671" y="798145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5D219-F23C-4EA7-BDB7-0FDAA484BC59}">
      <dsp:nvSpPr>
        <dsp:cNvPr id="0" name=""/>
        <dsp:cNvSpPr/>
      </dsp:nvSpPr>
      <dsp:spPr>
        <a:xfrm>
          <a:off x="6178591" y="236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5. Insecure use of eval / dynamic code execution</a:t>
          </a:r>
          <a:endParaRPr lang="en-US" sz="1000" kern="1200">
            <a:latin typeface="Aptos"/>
          </a:endParaRPr>
        </a:p>
      </dsp:txBody>
      <dsp:txXfrm>
        <a:off x="6208016" y="29661"/>
        <a:ext cx="1615584" cy="945810"/>
      </dsp:txXfrm>
    </dsp:sp>
    <dsp:sp modelId="{86BE7444-9A04-452B-A114-3E93991D448C}">
      <dsp:nvSpPr>
        <dsp:cNvPr id="0" name=""/>
        <dsp:cNvSpPr/>
      </dsp:nvSpPr>
      <dsp:spPr>
        <a:xfrm rot="5400000">
          <a:off x="5890671" y="2053971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A2E9E-9DA5-44F2-8B79-1A966E2FC624}">
      <dsp:nvSpPr>
        <dsp:cNvPr id="0" name=""/>
        <dsp:cNvSpPr/>
      </dsp:nvSpPr>
      <dsp:spPr>
        <a:xfrm>
          <a:off x="6178591" y="1256062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latin typeface="Aptos"/>
            </a:rPr>
            <a:t>- Use of eval() or equivalent on user-controlled input in languages like JavaScript, Python, Ruby etc.</a:t>
          </a:r>
          <a:endParaRPr lang="en-US" sz="1000" kern="1200">
            <a:latin typeface="Aptos"/>
          </a:endParaRPr>
        </a:p>
      </dsp:txBody>
      <dsp:txXfrm>
        <a:off x="6208016" y="1285487"/>
        <a:ext cx="1615584" cy="945810"/>
      </dsp:txXfrm>
    </dsp:sp>
    <dsp:sp modelId="{062B131C-9C83-4A39-B940-5DEE3A2C6D19}">
      <dsp:nvSpPr>
        <dsp:cNvPr id="0" name=""/>
        <dsp:cNvSpPr/>
      </dsp:nvSpPr>
      <dsp:spPr>
        <a:xfrm rot="5400000">
          <a:off x="5890671" y="3309797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AB63A-FEB5-40D8-91FA-67BD5026D3BA}">
      <dsp:nvSpPr>
        <dsp:cNvPr id="0" name=""/>
        <dsp:cNvSpPr/>
      </dsp:nvSpPr>
      <dsp:spPr>
        <a:xfrm>
          <a:off x="6178591" y="2511888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6. Zero-day vs Known-vulnerability RCE </a:t>
          </a:r>
          <a:endParaRPr lang="en-US" sz="1000" kern="1200">
            <a:latin typeface="Aptos"/>
          </a:endParaRPr>
        </a:p>
      </dsp:txBody>
      <dsp:txXfrm>
        <a:off x="6208016" y="2541313"/>
        <a:ext cx="1615584" cy="945810"/>
      </dsp:txXfrm>
    </dsp:sp>
    <dsp:sp modelId="{C55106B8-1E14-4466-B927-F1A681B3E6F5}">
      <dsp:nvSpPr>
        <dsp:cNvPr id="0" name=""/>
        <dsp:cNvSpPr/>
      </dsp:nvSpPr>
      <dsp:spPr>
        <a:xfrm>
          <a:off x="6518584" y="3937710"/>
          <a:ext cx="2221891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FFDDC-DBA2-4DF8-B01A-44E99B2FC21B}">
      <dsp:nvSpPr>
        <dsp:cNvPr id="0" name=""/>
        <dsp:cNvSpPr/>
      </dsp:nvSpPr>
      <dsp:spPr>
        <a:xfrm>
          <a:off x="6178591" y="3767713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Zero-day:</a:t>
          </a:r>
          <a:r>
            <a:rPr lang="en-US" sz="1000" b="0" i="0" kern="1200">
              <a:latin typeface="Aptos"/>
            </a:rPr>
            <a:t> Exploited before vendor knows</a:t>
          </a:r>
          <a:endParaRPr lang="en-US" sz="1000" kern="1200">
            <a:latin typeface="Aptos"/>
          </a:endParaRPr>
        </a:p>
      </dsp:txBody>
      <dsp:txXfrm>
        <a:off x="6208016" y="3797138"/>
        <a:ext cx="1615584" cy="945810"/>
      </dsp:txXfrm>
    </dsp:sp>
    <dsp:sp modelId="{60AB10A6-80B7-4709-B279-32795A997238}">
      <dsp:nvSpPr>
        <dsp:cNvPr id="0" name=""/>
        <dsp:cNvSpPr/>
      </dsp:nvSpPr>
      <dsp:spPr>
        <a:xfrm rot="16200000">
          <a:off x="8117669" y="3309797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1B52A-712B-4F5A-8F07-50DF0A3C6BBF}">
      <dsp:nvSpPr>
        <dsp:cNvPr id="0" name=""/>
        <dsp:cNvSpPr/>
      </dsp:nvSpPr>
      <dsp:spPr>
        <a:xfrm>
          <a:off x="8405589" y="3767713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Known / unpatched:</a:t>
          </a:r>
          <a:r>
            <a:rPr lang="en-US" sz="1000" b="0" i="0" kern="1200">
              <a:latin typeface="Aptos"/>
            </a:rPr>
            <a:t> Vendor has released a patch; the vector is usually poor patch management</a:t>
          </a:r>
          <a:endParaRPr lang="en-US" sz="1000" kern="1200">
            <a:latin typeface="Aptos"/>
          </a:endParaRPr>
        </a:p>
      </dsp:txBody>
      <dsp:txXfrm>
        <a:off x="8435014" y="3797138"/>
        <a:ext cx="1615584" cy="945810"/>
      </dsp:txXfrm>
    </dsp:sp>
    <dsp:sp modelId="{F3A586B3-14E6-4F8A-BC1A-43BC20E8BD3D}">
      <dsp:nvSpPr>
        <dsp:cNvPr id="0" name=""/>
        <dsp:cNvSpPr/>
      </dsp:nvSpPr>
      <dsp:spPr>
        <a:xfrm rot="16200000">
          <a:off x="8117669" y="2053971"/>
          <a:ext cx="1250719" cy="15069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53674-3E74-4427-AAE8-F7C4844ECE04}">
      <dsp:nvSpPr>
        <dsp:cNvPr id="0" name=""/>
        <dsp:cNvSpPr/>
      </dsp:nvSpPr>
      <dsp:spPr>
        <a:xfrm>
          <a:off x="8405589" y="2511888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7. Immediate (Reflected) RCE:</a:t>
          </a:r>
          <a:r>
            <a:rPr lang="en-US" sz="1000" b="0" i="0" kern="1200">
              <a:latin typeface="Aptos"/>
            </a:rPr>
            <a:t> Code executes right away when the malicious input is processed.</a:t>
          </a:r>
          <a:endParaRPr lang="en-US" sz="1000" kern="1200">
            <a:latin typeface="Aptos"/>
          </a:endParaRPr>
        </a:p>
      </dsp:txBody>
      <dsp:txXfrm>
        <a:off x="8435014" y="2541313"/>
        <a:ext cx="1615584" cy="945810"/>
      </dsp:txXfrm>
    </dsp:sp>
    <dsp:sp modelId="{F8A34E53-A766-4BB5-BBBD-436ED8988BCC}">
      <dsp:nvSpPr>
        <dsp:cNvPr id="0" name=""/>
        <dsp:cNvSpPr/>
      </dsp:nvSpPr>
      <dsp:spPr>
        <a:xfrm>
          <a:off x="8405589" y="1256062"/>
          <a:ext cx="1674434" cy="10046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>
              <a:latin typeface="Aptos"/>
            </a:rPr>
            <a:t>8. Stored (Persistent) RCE</a:t>
          </a:r>
          <a:r>
            <a:rPr lang="en-US" sz="1000" b="0" i="0" kern="1200">
              <a:latin typeface="Aptos"/>
            </a:rPr>
            <a:t>: Malicious code is saved (example, in a database or file) and executed later when the system processes it.</a:t>
          </a:r>
          <a:endParaRPr lang="en-US" sz="1000" kern="1200">
            <a:latin typeface="Aptos"/>
          </a:endParaRPr>
        </a:p>
      </dsp:txBody>
      <dsp:txXfrm>
        <a:off x="8435014" y="1285487"/>
        <a:ext cx="1615584" cy="9458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4FC27-0E45-4F75-A9EC-2B411134BBA9}">
      <dsp:nvSpPr>
        <dsp:cNvPr id="0" name=""/>
        <dsp:cNvSpPr/>
      </dsp:nvSpPr>
      <dsp:spPr>
        <a:xfrm>
          <a:off x="649360" y="467948"/>
          <a:ext cx="1058995" cy="1058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2323E-B43B-4544-8E9D-1F002D0961FC}">
      <dsp:nvSpPr>
        <dsp:cNvPr id="0" name=""/>
        <dsp:cNvSpPr/>
      </dsp:nvSpPr>
      <dsp:spPr>
        <a:xfrm>
          <a:off x="2196" y="1864751"/>
          <a:ext cx="2353324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latin typeface="Aptos"/>
            </a:rPr>
            <a:t>The Equifax breach shows how important cybersecurity is for protecting sensitive information.</a:t>
          </a:r>
          <a:endParaRPr lang="en-US" sz="1200" kern="1200">
            <a:latin typeface="Aptos"/>
          </a:endParaRPr>
        </a:p>
      </dsp:txBody>
      <dsp:txXfrm>
        <a:off x="2196" y="1864751"/>
        <a:ext cx="2353324" cy="855000"/>
      </dsp:txXfrm>
    </dsp:sp>
    <dsp:sp modelId="{DB8BE38B-E73B-47BE-ACA1-15FDCFC833C7}">
      <dsp:nvSpPr>
        <dsp:cNvPr id="0" name=""/>
        <dsp:cNvSpPr/>
      </dsp:nvSpPr>
      <dsp:spPr>
        <a:xfrm>
          <a:off x="3414516" y="467948"/>
          <a:ext cx="1058995" cy="1058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536FF-43E6-43CB-8687-F5BDC1D708DD}">
      <dsp:nvSpPr>
        <dsp:cNvPr id="0" name=""/>
        <dsp:cNvSpPr/>
      </dsp:nvSpPr>
      <dsp:spPr>
        <a:xfrm>
          <a:off x="2767352" y="1864751"/>
          <a:ext cx="2353324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This vulnerability in the outdated software allowed the hackers to access the personal information, showing that small oversights can lead to massive consequences.</a:t>
          </a:r>
          <a:endParaRPr lang="en-US" sz="1100" kern="1200">
            <a:latin typeface="Aptos"/>
          </a:endParaRPr>
        </a:p>
      </dsp:txBody>
      <dsp:txXfrm>
        <a:off x="2767352" y="1864751"/>
        <a:ext cx="2353324" cy="855000"/>
      </dsp:txXfrm>
    </dsp:sp>
    <dsp:sp modelId="{C4522B31-F5FC-4840-8DC1-3558EDF0D367}">
      <dsp:nvSpPr>
        <dsp:cNvPr id="0" name=""/>
        <dsp:cNvSpPr/>
      </dsp:nvSpPr>
      <dsp:spPr>
        <a:xfrm>
          <a:off x="6179671" y="467948"/>
          <a:ext cx="1058995" cy="1058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EE7029-A0B9-47A4-9269-A6ACC9C80067}">
      <dsp:nvSpPr>
        <dsp:cNvPr id="0" name=""/>
        <dsp:cNvSpPr/>
      </dsp:nvSpPr>
      <dsp:spPr>
        <a:xfrm>
          <a:off x="5532507" y="1864751"/>
          <a:ext cx="2353324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This breach caused financial loss, legal action and irreversible damage to Equifax's reputation.</a:t>
          </a:r>
          <a:endParaRPr lang="en-US" sz="1100" kern="1200">
            <a:latin typeface="Aptos"/>
          </a:endParaRPr>
        </a:p>
      </dsp:txBody>
      <dsp:txXfrm>
        <a:off x="5532507" y="1864751"/>
        <a:ext cx="2353324" cy="855000"/>
      </dsp:txXfrm>
    </dsp:sp>
    <dsp:sp modelId="{65161219-D603-41EB-9C54-03EB6A8D0656}">
      <dsp:nvSpPr>
        <dsp:cNvPr id="0" name=""/>
        <dsp:cNvSpPr/>
      </dsp:nvSpPr>
      <dsp:spPr>
        <a:xfrm>
          <a:off x="8944827" y="467948"/>
          <a:ext cx="1058995" cy="10589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955F9-E68E-4AAD-ACF9-879A2200DB0F}">
      <dsp:nvSpPr>
        <dsp:cNvPr id="0" name=""/>
        <dsp:cNvSpPr/>
      </dsp:nvSpPr>
      <dsp:spPr>
        <a:xfrm>
          <a:off x="8297663" y="1864751"/>
          <a:ext cx="2353324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>
              <a:latin typeface="Aptos"/>
            </a:rPr>
            <a:t>This breach has shown us the importance of following security principles and carry out network monitoring to prevent similar attacks from happening.</a:t>
          </a:r>
          <a:endParaRPr lang="en-US" sz="1100" kern="1200">
            <a:latin typeface="Aptos"/>
          </a:endParaRPr>
        </a:p>
      </dsp:txBody>
      <dsp:txXfrm>
        <a:off x="8297663" y="1864751"/>
        <a:ext cx="2353324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4A9D1-37DA-A241-8B06-E28971D2258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09BCB-B6C1-884E-97AD-088A36381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09BCB-B6C1-884E-97AD-088A363819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09BCB-B6C1-884E-97AD-088A363819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8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10/8/2025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2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4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6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1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9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5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1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9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9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1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8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020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www.blackduck.com/blog/equifax-apache-struts-vulnerability-cve-2017-5638.html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hyperlink" Target="https://www.breachsense.com/blog/equifax-data-breach/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hyperlink" Target="https://news.apache.org/foundation/entry/apache-struts-statement-on-equifax" TargetMode="Externa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hyperlink" Target="https://www.mozilla.org/en-US/products/monitor/equifax-data-breach/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tc.gov/news-events/news/press-releases/2019/07/equifax-pay-575-million-part-settlement-ftc-cfpb-states-related-2017-data-breach" TargetMode="External"/><Relationship Id="rId3" Type="http://schemas.openxmlformats.org/officeDocument/2006/relationships/diagramLayout" Target="../diagrams/layout10.xml"/><Relationship Id="rId7" Type="http://schemas.openxmlformats.org/officeDocument/2006/relationships/hyperlink" Target="https://oversight.house.gov/wp-content/uploads/2018/12/Equifax-Report.pdf/" TargetMode="Externa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tc.gov/news-events/news/press-releases/2019/07/equifax-pay-575-million-part-settlement-ftc-cfpb-states-related-2017-data-breach" TargetMode="External"/><Relationship Id="rId3" Type="http://schemas.openxmlformats.org/officeDocument/2006/relationships/diagramLayout" Target="../diagrams/layout11.xml"/><Relationship Id="rId7" Type="http://schemas.openxmlformats.org/officeDocument/2006/relationships/hyperlink" Target="https://oversight.house.gov/wp-content/uploads/2018/12/Equifax-Report.pdf/" TargetMode="Externa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tc.gov/news-events/news/press-releases/2019/07/equifax-pay-575-million-part-settlement-ftc-cfpb-states-related-2017-data-breach" TargetMode="External"/><Relationship Id="rId5" Type="http://schemas.openxmlformats.org/officeDocument/2006/relationships/hyperlink" Target="https://oversight.house.gov/wp-content/uploads/2018/12/Equifax-Report.pdf/" TargetMode="External"/><Relationship Id="rId4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cams.mit.edu/wp-content/uploads/2021-06-PUBLISHED-MISQE-Applying-the-Lessons-from-the-Equifax-Cybersecurity-Incident.pdf" TargetMode="External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ms.mit.edu/wp-content/uploads/2021-06-PUBLISHED-MISQE-Applying-the-Lessons-from-the-Equifax-Cybersecurity-Incident.pdf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ams.mit.edu/wp-content/uploads/2021-06-PUBLISHED-MISQE-Applying-the-Lessons-from-the-Equifax-Cybersecurity-Incident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Jason-Thomas-21/publication/337916068_A_Case_Study_Analysis_of_the_Equifax_Data_Breach_1_A_Case_Study_Analysis_of_the_Equifax_Data_Breach/links/5df2f9804585159aa4793667/A-Case-Study-Analysis-of-the-Equifax-Data-Breach-1-A-Case-Study-Analysis-of-the-Equifax-Data-Breach.pdf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tuxcare.com/blog/apache-struts-vulnerability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ntinelone.com/cybersecurity-101/cybersecurity/vulnerability-and-threat-management-best-practices/#7-conduct-regular-penetration-testi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F291BE0-7A7E-D04F-974F-9F4577FB2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BD33FF1F-6094-0B4A-A3E4-6B0D9283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8A6D9C-C7A5-414B-8CB7-E31470D7D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BAD0FF-E824-4446-B45B-97AE0909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510659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0D8FDD6E-0FB9-5542-B194-9DD8BD806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16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EC44F-3D15-6AEE-BF4F-D93B1E1B3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1508252"/>
            <a:ext cx="4114800" cy="43719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400">
                <a:latin typeface="Seaford Display"/>
              </a:rPr>
              <a:t>Equifax Data Breach </a:t>
            </a:r>
            <a:br>
              <a:rPr lang="en-US" sz="4400">
                <a:latin typeface="Seaford Display"/>
              </a:rPr>
            </a:br>
            <a:r>
              <a:rPr lang="en-US" sz="4400">
                <a:latin typeface="Seaford Display"/>
              </a:rPr>
              <a:t>(2017) Apache Struts – Group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64AED-AB1D-70D3-E4BD-EFF702D80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3335" y="1628394"/>
            <a:ext cx="5484998" cy="46864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System Font Regular"/>
              <a:buChar char="–"/>
            </a:pPr>
            <a:r>
              <a:rPr lang="en-US">
                <a:latin typeface="Aptos"/>
              </a:rPr>
              <a:t>Shauna Kirwan Kelly - 23442262</a:t>
            </a:r>
          </a:p>
          <a:p>
            <a:pPr indent="-228600">
              <a:buFont typeface="System Font Regular"/>
              <a:buChar char="–"/>
            </a:pPr>
            <a:r>
              <a:rPr lang="en-US" err="1">
                <a:latin typeface="Aptos"/>
              </a:rPr>
              <a:t>Shemen</a:t>
            </a:r>
            <a:r>
              <a:rPr lang="en-US">
                <a:latin typeface="Aptos"/>
              </a:rPr>
              <a:t> </a:t>
            </a:r>
            <a:r>
              <a:rPr lang="en-US" err="1">
                <a:latin typeface="Aptos"/>
              </a:rPr>
              <a:t>Eroje</a:t>
            </a:r>
            <a:r>
              <a:rPr lang="en-US">
                <a:latin typeface="Aptos"/>
              </a:rPr>
              <a:t> - 23337261</a:t>
            </a:r>
          </a:p>
          <a:p>
            <a:pPr indent="-228600">
              <a:buFont typeface="System Font Regular"/>
              <a:buChar char="–"/>
            </a:pPr>
            <a:r>
              <a:rPr lang="en-US" err="1">
                <a:latin typeface="Aptos"/>
              </a:rPr>
              <a:t>Virginiah</a:t>
            </a:r>
            <a:r>
              <a:rPr lang="en-US">
                <a:latin typeface="Aptos"/>
              </a:rPr>
              <a:t> Nganga - 22248781</a:t>
            </a:r>
          </a:p>
          <a:p>
            <a:pPr indent="-228600">
              <a:buFont typeface="System Font Regular"/>
              <a:buChar char="–"/>
            </a:pPr>
            <a:r>
              <a:rPr lang="en-US" err="1">
                <a:latin typeface="Aptos"/>
              </a:rPr>
              <a:t>Linru</a:t>
            </a:r>
            <a:r>
              <a:rPr lang="en-US">
                <a:latin typeface="Aptos"/>
              </a:rPr>
              <a:t> Wang - 231771521</a:t>
            </a:r>
          </a:p>
        </p:txBody>
      </p:sp>
    </p:spTree>
    <p:extLst>
      <p:ext uri="{BB962C8B-B14F-4D97-AF65-F5344CB8AC3E}">
        <p14:creationId xmlns:p14="http://schemas.microsoft.com/office/powerpoint/2010/main" val="353923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D5585-4D38-5BE5-D2A6-FB05F27D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87" y="1528309"/>
            <a:ext cx="3198777" cy="4344711"/>
          </a:xfrm>
        </p:spPr>
        <p:txBody>
          <a:bodyPr>
            <a:normAutofit/>
          </a:bodyPr>
          <a:lstStyle/>
          <a:p>
            <a:r>
              <a:rPr lang="en-GB">
                <a:latin typeface="Seaford Display"/>
              </a:rPr>
              <a:t>Equifax Background</a:t>
            </a:r>
            <a:endParaRPr lang="en-US">
              <a:latin typeface="Seaford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B9AAF-3BFF-3546-915C-8BDE34AD7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90012D5C-1270-714B-AFB4-7E632827B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ED5D9-7CB0-BC1D-AE5E-EABAF55AF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285408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06DF98F-7A33-29E5-0F57-3FD0BE7C94E5}"/>
              </a:ext>
            </a:extLst>
          </p:cNvPr>
          <p:cNvSpPr txBox="1"/>
          <p:nvPr/>
        </p:nvSpPr>
        <p:spPr>
          <a:xfrm>
            <a:off x="11066929" y="6483723"/>
            <a:ext cx="9726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99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A15644-2FEE-5065-3A6A-F4E73694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929026" cy="4344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>
                <a:latin typeface="Seaford Display"/>
              </a:rPr>
              <a:t>What was the incident about? What was compromised?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53FF56E1-32EA-4551-E365-D6785C799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938213"/>
              </p:ext>
            </p:extLst>
          </p:nvPr>
        </p:nvGraphicFramePr>
        <p:xfrm>
          <a:off x="4499866" y="1539566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4C5B1581-EA5F-722B-CA50-2743EE988256}"/>
              </a:ext>
            </a:extLst>
          </p:cNvPr>
          <p:cNvSpPr txBox="1"/>
          <p:nvPr/>
        </p:nvSpPr>
        <p:spPr>
          <a:xfrm>
            <a:off x="11111753" y="6483724"/>
            <a:ext cx="9838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727FE7-9B5D-EDFB-BF8E-B916AF779A61}"/>
              </a:ext>
            </a:extLst>
          </p:cNvPr>
          <p:cNvSpPr txBox="1"/>
          <p:nvPr/>
        </p:nvSpPr>
        <p:spPr>
          <a:xfrm>
            <a:off x="569934" y="5893496"/>
            <a:ext cx="3390378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/>
              <a:t>Bals, F. (2017) </a:t>
            </a:r>
            <a:r>
              <a:rPr lang="en-GB" sz="900" i="1"/>
              <a:t>Equifax, Apache struts, and CVE-2017-5638 vulnerability: Black duck blog</a:t>
            </a:r>
            <a:r>
              <a:rPr lang="en-GB" sz="900"/>
              <a:t>, </a:t>
            </a:r>
            <a:r>
              <a:rPr lang="en-GB" sz="900" i="1"/>
              <a:t>Equifax, Apache Struts, and CVE-2017-5638 Vulnerability | Black Duck Blog</a:t>
            </a:r>
            <a:r>
              <a:rPr lang="en-GB" sz="900"/>
              <a:t>. Available at: </a:t>
            </a:r>
            <a:r>
              <a:rPr lang="en-GB" sz="900" u="sng">
                <a:solidFill>
                  <a:srgbClr val="9454C3"/>
                </a:solidFill>
                <a:hlinkClick r:id="rId7"/>
              </a:rPr>
              <a:t>https://www.blackduck.com/blog/equifax-apache-struts-vulnerability-cve-2017-5638.html</a:t>
            </a:r>
            <a:r>
              <a:rPr lang="en-GB" sz="900"/>
              <a:t> (Accessed: 02 October 2025).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25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BAD8AB-07A8-1EFC-3657-68908F3B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4056027" cy="4344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>
                <a:latin typeface="Seaford Display"/>
              </a:rPr>
              <a:t>What was the incident about? What was compromised?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CFA3B196-313C-AB93-0953-D197BCD6E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203893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C96DF69-A2BC-09E0-6C6C-0A78E324EF9E}"/>
              </a:ext>
            </a:extLst>
          </p:cNvPr>
          <p:cNvSpPr txBox="1"/>
          <p:nvPr/>
        </p:nvSpPr>
        <p:spPr>
          <a:xfrm>
            <a:off x="11044518" y="6483723"/>
            <a:ext cx="12752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aseline="0">
                <a:latin typeface="Aptos"/>
              </a:rPr>
              <a:t>Shauna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09FF8-AB8D-1EC5-92E4-A3CFCEBC6ABB}"/>
              </a:ext>
            </a:extLst>
          </p:cNvPr>
          <p:cNvSpPr txBox="1"/>
          <p:nvPr/>
        </p:nvSpPr>
        <p:spPr>
          <a:xfrm>
            <a:off x="392482" y="6029195"/>
            <a:ext cx="32651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/>
              <a:t>Breachsense (no date) </a:t>
            </a:r>
            <a:r>
              <a:rPr lang="en-GB" sz="900" i="1"/>
              <a:t>Equifax Data Breach Case Study: Causes and aftermath.</a:t>
            </a:r>
            <a:r>
              <a:rPr lang="en-GB" sz="900"/>
              <a:t>, </a:t>
            </a:r>
            <a:r>
              <a:rPr lang="en-GB" sz="900" i="1"/>
              <a:t>Breachsense</a:t>
            </a:r>
            <a:r>
              <a:rPr lang="en-GB" sz="900"/>
              <a:t>. Available at: </a:t>
            </a:r>
            <a:r>
              <a:rPr lang="en-GB" sz="900" u="sng">
                <a:solidFill>
                  <a:srgbClr val="9454C3"/>
                </a:solidFill>
                <a:hlinkClick r:id="rId7"/>
              </a:rPr>
              <a:t>https://www.breachsense.com/blog/equifax-data-breach/</a:t>
            </a:r>
            <a:r>
              <a:rPr lang="en-GB" sz="900"/>
              <a:t> (Accessed: 02 October 2025).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872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768C-EE4D-E9EB-BF3A-8BEA78BE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344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latin typeface="+mj-lt"/>
                <a:ea typeface="+mj-ea"/>
                <a:cs typeface="+mj-cs"/>
              </a:rPr>
              <a:t>How was the attack conducted?</a:t>
            </a:r>
            <a:endParaRPr lang="en-US" sz="4400" kern="1200">
              <a:latin typeface="+mj-lt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9FAB6B7-CAD0-287C-5442-CB0B560AC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702046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9C706F9-E31A-9521-85AC-19E3C12C9EA3}"/>
              </a:ext>
            </a:extLst>
          </p:cNvPr>
          <p:cNvSpPr txBox="1"/>
          <p:nvPr/>
        </p:nvSpPr>
        <p:spPr>
          <a:xfrm>
            <a:off x="11212606" y="6483724"/>
            <a:ext cx="11183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AE38E-B6B2-D340-87F5-75F813DE95CD}"/>
              </a:ext>
            </a:extLst>
          </p:cNvPr>
          <p:cNvSpPr txBox="1"/>
          <p:nvPr/>
        </p:nvSpPr>
        <p:spPr>
          <a:xfrm>
            <a:off x="423797" y="6029194"/>
            <a:ext cx="33590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/>
              <a:t>Sally (2023a) </a:t>
            </a:r>
            <a:r>
              <a:rPr lang="en-GB" sz="900" i="1"/>
              <a:t>Apache struts statement on Equifax Security Breach</a:t>
            </a:r>
            <a:r>
              <a:rPr lang="en-GB" sz="900"/>
              <a:t>, </a:t>
            </a:r>
            <a:r>
              <a:rPr lang="en-GB" sz="900" i="1"/>
              <a:t>The ASF Blog</a:t>
            </a:r>
            <a:r>
              <a:rPr lang="en-GB" sz="900"/>
              <a:t>. Available at: </a:t>
            </a:r>
            <a:r>
              <a:rPr lang="en-GB" sz="900" u="sng">
                <a:solidFill>
                  <a:srgbClr val="9454C3"/>
                </a:solidFill>
                <a:hlinkClick r:id="rId7"/>
              </a:rPr>
              <a:t>https://news.apache.org/foundation/entry/apache-struts-statement-on-equifax</a:t>
            </a:r>
            <a:r>
              <a:rPr lang="en-GB" sz="900"/>
              <a:t> (Accessed: 02 October 2025).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58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439AF-DEE6-7C7F-A372-D8BD533A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57A3-30A8-DB00-67D4-295D10DB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344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was the attack conducted?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2F444E14-8BB8-1355-BA8E-5E0B3D28A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160683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07340BD9-D5AD-9F4C-5D9D-BFE61C762E75}"/>
              </a:ext>
            </a:extLst>
          </p:cNvPr>
          <p:cNvSpPr txBox="1"/>
          <p:nvPr/>
        </p:nvSpPr>
        <p:spPr>
          <a:xfrm>
            <a:off x="11111753" y="6483724"/>
            <a:ext cx="10847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F0B4D-DBBF-4169-B21F-872C1B250E28}"/>
              </a:ext>
            </a:extLst>
          </p:cNvPr>
          <p:cNvSpPr txBox="1"/>
          <p:nvPr/>
        </p:nvSpPr>
        <p:spPr>
          <a:xfrm>
            <a:off x="423797" y="6029195"/>
            <a:ext cx="32024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i="1"/>
              <a:t>Equifax data breach: A look at how it happened</a:t>
            </a:r>
            <a:r>
              <a:rPr lang="en-GB" sz="900"/>
              <a:t> (no date) </a:t>
            </a:r>
            <a:r>
              <a:rPr lang="en-GB" sz="900" i="1"/>
              <a:t>Mozilla</a:t>
            </a:r>
            <a:r>
              <a:rPr lang="en-GB" sz="900"/>
              <a:t>. Available at: </a:t>
            </a:r>
            <a:r>
              <a:rPr lang="en-GB" sz="900" u="sng">
                <a:solidFill>
                  <a:srgbClr val="9454C3"/>
                </a:solidFill>
                <a:cs typeface="Arial"/>
                <a:hlinkClick r:id="rId7"/>
              </a:rPr>
              <a:t>https://www.mozilla.org/en-US/products/monitor/equifax-data-breach/</a:t>
            </a:r>
            <a:r>
              <a:rPr lang="en-GB" sz="900"/>
              <a:t> (Accessed: 02 October 2025).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6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DC42A-D73D-E00C-EEFA-6EC4AA25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DA46-B799-D729-B1B6-4927D1EE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344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was the attack conducted?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0716BA8-C106-4382-D750-E8E156C21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13348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3CF8214-C93F-5173-1472-904CA0055E75}"/>
              </a:ext>
            </a:extLst>
          </p:cNvPr>
          <p:cNvSpPr txBox="1"/>
          <p:nvPr/>
        </p:nvSpPr>
        <p:spPr>
          <a:xfrm>
            <a:off x="11212606" y="6483724"/>
            <a:ext cx="10511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6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0A985-EDA7-C855-C39F-68B54127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B5B2-5895-4DDC-83B3-97386CC77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344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was the attack conducted?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F0C55CAA-6019-A93F-F11C-8F4A55C82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550118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82D32A6-2DC0-767C-24EF-E8418C5D1E20}"/>
              </a:ext>
            </a:extLst>
          </p:cNvPr>
          <p:cNvSpPr txBox="1"/>
          <p:nvPr/>
        </p:nvSpPr>
        <p:spPr>
          <a:xfrm>
            <a:off x="11212606" y="6483724"/>
            <a:ext cx="10062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6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76E2-FFE7-BDDF-652F-5245CB9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Timeline of Events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A7BE7866-52B3-698C-F3DA-2CB91155A9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9756699"/>
              </p:ext>
            </p:extLst>
          </p:nvPr>
        </p:nvGraphicFramePr>
        <p:xfrm>
          <a:off x="565149" y="2661085"/>
          <a:ext cx="10903704" cy="3500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C27DE71C-1CDE-7CC9-255C-2EFC3C8CDA9A}"/>
              </a:ext>
            </a:extLst>
          </p:cNvPr>
          <p:cNvSpPr txBox="1"/>
          <p:nvPr/>
        </p:nvSpPr>
        <p:spPr>
          <a:xfrm>
            <a:off x="11122959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76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FC6F-DA4C-A006-AD47-4D949794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Timeline of Events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9A0B632-C8FB-19BD-3C68-609B9D125A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5439343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B5445945-C03D-AC31-B8FC-E4316EDCDC2E}"/>
              </a:ext>
            </a:extLst>
          </p:cNvPr>
          <p:cNvSpPr txBox="1"/>
          <p:nvPr/>
        </p:nvSpPr>
        <p:spPr>
          <a:xfrm>
            <a:off x="11227496" y="648848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84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DE982-DC94-94E1-CA3E-FBF6CB27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>
                <a:latin typeface="Seaford Display"/>
              </a:rPr>
              <a:t>Consequences of the Equifax Breach</a:t>
            </a:r>
            <a:endParaRPr lang="en-US">
              <a:latin typeface="Seaford Display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59A614-017D-651B-3078-B3DFFCE62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136494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2B73E4E-87CB-EEA5-493A-306C1E70982A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latin typeface="Aptos"/>
              </a:rPr>
              <a:t>Shemen</a:t>
            </a:r>
            <a:endParaRPr lang="en-GB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10DDA-E74A-C56D-6325-7AA602ECD372}"/>
              </a:ext>
            </a:extLst>
          </p:cNvPr>
          <p:cNvSpPr txBox="1"/>
          <p:nvPr/>
        </p:nvSpPr>
        <p:spPr>
          <a:xfrm>
            <a:off x="8456365" y="5898948"/>
            <a:ext cx="32818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700"/>
              <a:t>(No date a) </a:t>
            </a:r>
            <a:r>
              <a:rPr lang="en-IE" sz="700" i="1"/>
              <a:t>U.S. House of Representatives Committee on Oversight and Government Reform</a:t>
            </a:r>
            <a:r>
              <a:rPr lang="en-IE" sz="700"/>
              <a:t>. Available at: </a:t>
            </a:r>
            <a:r>
              <a:rPr lang="en-IE" sz="700">
                <a:hlinkClick r:id="rId7"/>
              </a:rPr>
              <a:t>https://oversight.house.gov/wp-content/uploads/2018/12/Equifax-Report.pdf/</a:t>
            </a:r>
            <a:r>
              <a:rPr lang="en-IE" sz="700"/>
              <a:t> (Accessed: 06 October 2025). </a:t>
            </a:r>
          </a:p>
          <a:p>
            <a:pPr>
              <a:buNone/>
            </a:pPr>
            <a:r>
              <a:rPr lang="en-IE" sz="700"/>
              <a:t> DAD, T.K. (Acting and Nguyen, S.T. (2025) </a:t>
            </a:r>
            <a:r>
              <a:rPr lang="en-IE" sz="700" i="1"/>
              <a:t>Equifax to pay $575 million as part of settlement with FTC, CFPB, and states related to 2017 data breach</a:t>
            </a:r>
            <a:r>
              <a:rPr lang="en-IE" sz="700"/>
              <a:t>, </a:t>
            </a:r>
            <a:r>
              <a:rPr lang="en-IE" sz="700" i="1"/>
              <a:t>Federal Trade Commission</a:t>
            </a:r>
            <a:r>
              <a:rPr lang="en-IE" sz="700"/>
              <a:t>. Available at: </a:t>
            </a:r>
            <a:r>
              <a:rPr lang="en-IE" sz="700">
                <a:hlinkClick r:id="rId8"/>
              </a:rPr>
              <a:t>https://www.ftc.gov/news-events/news/press-releases/2019/07/equifax-pay-575-million-part-settlement-ftc-cfpb-states-related-2017-data-breach</a:t>
            </a:r>
            <a:r>
              <a:rPr lang="en-IE" sz="700"/>
              <a:t>  (Accessed: 06 October 2025).</a:t>
            </a:r>
          </a:p>
          <a:p>
            <a:endParaRPr lang="en-IE" sz="700"/>
          </a:p>
          <a:p>
            <a:pPr>
              <a:buNone/>
            </a:pPr>
            <a:endParaRPr lang="en-IE" sz="7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782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EADDA-F31C-AEED-A2DE-4ADDE674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>
                <a:latin typeface="Seaford Display"/>
              </a:rPr>
              <a:t>Consequences of the Equifax Breach</a:t>
            </a:r>
            <a:endParaRPr lang="en-US">
              <a:latin typeface="Seaford Display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6B6362-942F-5D0C-D4DA-76031A6B2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175786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6ECBEB0-46AC-EE28-A5FE-CEE3E6C20BA1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Shemen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87070-BE41-DBF3-FB06-E9F6228F2C86}"/>
              </a:ext>
            </a:extLst>
          </p:cNvPr>
          <p:cNvSpPr txBox="1"/>
          <p:nvPr/>
        </p:nvSpPr>
        <p:spPr>
          <a:xfrm>
            <a:off x="8456365" y="5898948"/>
            <a:ext cx="32818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700"/>
              <a:t>(No date a) </a:t>
            </a:r>
            <a:r>
              <a:rPr lang="en-IE" sz="700" i="1"/>
              <a:t>U.S. House of Representatives Committee on Oversight and Government Reform</a:t>
            </a:r>
            <a:r>
              <a:rPr lang="en-IE" sz="700"/>
              <a:t>. Available at: </a:t>
            </a:r>
            <a:r>
              <a:rPr lang="en-IE" sz="700">
                <a:hlinkClick r:id="rId7"/>
              </a:rPr>
              <a:t>https://oversight.house.gov/wp-content/uploads/2018/12/Equifax-Report.pdf/</a:t>
            </a:r>
            <a:r>
              <a:rPr lang="en-IE" sz="700"/>
              <a:t> (Accessed: 06 October 2025). </a:t>
            </a:r>
          </a:p>
          <a:p>
            <a:pPr>
              <a:buNone/>
            </a:pPr>
            <a:r>
              <a:rPr lang="en-IE" sz="700"/>
              <a:t> DAD, T.K. (Acting and Nguyen, S.T. (2025) </a:t>
            </a:r>
            <a:r>
              <a:rPr lang="en-IE" sz="700" i="1"/>
              <a:t>Equifax to pay $575 million as part of settlement with FTC, CFPB, and states related to 2017 data breach</a:t>
            </a:r>
            <a:r>
              <a:rPr lang="en-IE" sz="700"/>
              <a:t>, </a:t>
            </a:r>
            <a:r>
              <a:rPr lang="en-IE" sz="700" i="1"/>
              <a:t>Federal Trade Commission</a:t>
            </a:r>
            <a:r>
              <a:rPr lang="en-IE" sz="700"/>
              <a:t>. Available at: </a:t>
            </a:r>
            <a:r>
              <a:rPr lang="en-IE" sz="700">
                <a:hlinkClick r:id="rId8"/>
              </a:rPr>
              <a:t>https://www.ftc.gov/news-events/news/press-releases/2019/07/equifax-pay-575-million-part-settlement-ftc-cfpb-states-related-2017-data-breach</a:t>
            </a:r>
            <a:r>
              <a:rPr lang="en-IE" sz="700"/>
              <a:t>  (Accessed: 06 October 2025).</a:t>
            </a:r>
          </a:p>
          <a:p>
            <a:endParaRPr lang="en-IE" sz="700"/>
          </a:p>
          <a:p>
            <a:pPr>
              <a:buNone/>
            </a:pPr>
            <a:endParaRPr lang="en-IE" sz="7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652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EBD48-9B08-A133-B8DD-9CFFEA2A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6886726" cy="1446550"/>
          </a:xfrm>
        </p:spPr>
        <p:txBody>
          <a:bodyPr>
            <a:normAutofit/>
          </a:bodyPr>
          <a:lstStyle/>
          <a:p>
            <a:r>
              <a:rPr lang="en-GB" b="1">
                <a:latin typeface="Seaford Display"/>
              </a:rPr>
              <a:t>Consequences of the Equifax Breach</a:t>
            </a:r>
            <a:endParaRPr lang="en-US">
              <a:latin typeface="Seaford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2BD01-379F-3ABB-BA4F-16EA8B84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6886726" cy="3188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>
                <a:latin typeface="Aptos"/>
              </a:rPr>
              <a:t>Operational &amp; Leadership Fallout</a:t>
            </a:r>
            <a:endParaRPr lang="en-US" sz="20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US" sz="2000">
                <a:latin typeface="Aptos"/>
              </a:rPr>
              <a:t>Key executives (CEO, CIO, CSO) departed in the aftermath.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Aptos"/>
              </a:rPr>
              <a:t>Equifax had to overhaul many of its security practices, infrastructure and oversight mechanisms.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>
                <a:latin typeface="Aptos"/>
              </a:rPr>
              <a:t>Increase Risk to Individuals</a:t>
            </a:r>
            <a:endParaRPr lang="en-US" sz="20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US" sz="2000">
                <a:latin typeface="Aptos"/>
              </a:rPr>
              <a:t>The exposed personal data increased the risk of identity theft, fraud and misuse of financial and credit information by malicious actors.</a:t>
            </a:r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422BB550-8E58-4000-667F-4CAD658B7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5541" y="2164438"/>
            <a:ext cx="2792794" cy="2792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E1D36-7493-5F69-45A7-E27E3F391DBC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Shemen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7C845E-C3B2-A840-6E99-1DD2E27491FB}"/>
              </a:ext>
            </a:extLst>
          </p:cNvPr>
          <p:cNvSpPr txBox="1"/>
          <p:nvPr/>
        </p:nvSpPr>
        <p:spPr>
          <a:xfrm>
            <a:off x="8456365" y="5898948"/>
            <a:ext cx="32818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700"/>
              <a:t>(No date a) </a:t>
            </a:r>
            <a:r>
              <a:rPr lang="en-IE" sz="700" i="1"/>
              <a:t>U.S. House of Representatives Committee on Oversight and Government Reform</a:t>
            </a:r>
            <a:r>
              <a:rPr lang="en-IE" sz="700"/>
              <a:t>. Available at: </a:t>
            </a:r>
            <a:r>
              <a:rPr lang="en-IE" sz="700">
                <a:hlinkClick r:id="rId5"/>
              </a:rPr>
              <a:t>https://oversight.house.gov/wp-content/uploads/2018/12/Equifax-Report.pdf/</a:t>
            </a:r>
            <a:r>
              <a:rPr lang="en-IE" sz="700"/>
              <a:t> (Accessed: 06 October 2025). </a:t>
            </a:r>
          </a:p>
          <a:p>
            <a:pPr>
              <a:buNone/>
            </a:pPr>
            <a:r>
              <a:rPr lang="en-IE" sz="700"/>
              <a:t> DAD, T.K. (Acting and Nguyen, S.T. (2025) </a:t>
            </a:r>
            <a:r>
              <a:rPr lang="en-IE" sz="700" i="1"/>
              <a:t>Equifax to pay $575 million as part of settlement with FTC, CFPB, and states related to 2017 data breach</a:t>
            </a:r>
            <a:r>
              <a:rPr lang="en-IE" sz="700"/>
              <a:t>, </a:t>
            </a:r>
            <a:r>
              <a:rPr lang="en-IE" sz="700" i="1"/>
              <a:t>Federal Trade Commission</a:t>
            </a:r>
            <a:r>
              <a:rPr lang="en-IE" sz="700"/>
              <a:t>. Available at: </a:t>
            </a:r>
            <a:r>
              <a:rPr lang="en-IE" sz="700">
                <a:hlinkClick r:id="rId6"/>
              </a:rPr>
              <a:t>https://www.ftc.gov/news-events/news/press-releases/2019/07/equifax-pay-575-million-part-settlement-ftc-cfpb-states-related-2017-data-breach</a:t>
            </a:r>
            <a:r>
              <a:rPr lang="en-IE" sz="700"/>
              <a:t>  (Accessed: 06 October 2025).</a:t>
            </a:r>
          </a:p>
          <a:p>
            <a:endParaRPr lang="en-IE" sz="700"/>
          </a:p>
          <a:p>
            <a:pPr>
              <a:buNone/>
            </a:pPr>
            <a:endParaRPr lang="en-IE" sz="7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8760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7EB46-A608-8F34-D5B5-AABE404D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US" b="1">
                <a:latin typeface="Seaford Display"/>
              </a:rPr>
              <a:t>How the Breach Could Have Been Prevented </a:t>
            </a:r>
            <a:endParaRPr lang="en-US">
              <a:latin typeface="Seaford Display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E66F0D-5BD7-17C6-461A-48F1743DC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978935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795E81A-B438-838C-0618-195792542AEC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Shemen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DE4A9-D9C5-5F4A-D186-72C8844CBDEE}"/>
              </a:ext>
            </a:extLst>
          </p:cNvPr>
          <p:cNvSpPr txBox="1"/>
          <p:nvPr/>
        </p:nvSpPr>
        <p:spPr>
          <a:xfrm>
            <a:off x="8524261" y="6143836"/>
            <a:ext cx="32694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E" sz="800"/>
              <a:t>(No date) </a:t>
            </a:r>
            <a:r>
              <a:rPr lang="en-IE" sz="800" i="1"/>
              <a:t>Applying the lessons from the </a:t>
            </a:r>
            <a:r>
              <a:rPr lang="en-IE" sz="800" i="1" err="1"/>
              <a:t>equifax</a:t>
            </a:r>
            <a:r>
              <a:rPr lang="en-IE" sz="800" i="1"/>
              <a:t> cybersecurity incident ...</a:t>
            </a:r>
            <a:r>
              <a:rPr lang="en-IE" sz="800"/>
              <a:t> Available at: </a:t>
            </a:r>
            <a:r>
              <a:rPr lang="en-IE" sz="800">
                <a:hlinkClick r:id="rId8"/>
              </a:rPr>
              <a:t>https://cams.mit.edu/wp-content/uploads/2021-06-PUBLISHED-MISQE-Applying-the-Lessons-from-the-Equifax-Cybersecurity-Incident.pdf</a:t>
            </a:r>
            <a:r>
              <a:rPr lang="en-IE" sz="800"/>
              <a:t>  (Accessed: 05 October 2025). 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401530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24804-0385-8815-926B-636FBE42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6886726" cy="1446550"/>
          </a:xfrm>
        </p:spPr>
        <p:txBody>
          <a:bodyPr>
            <a:normAutofit/>
          </a:bodyPr>
          <a:lstStyle/>
          <a:p>
            <a:r>
              <a:rPr lang="en-US" b="1">
                <a:latin typeface="Seaford Display"/>
              </a:rPr>
              <a:t>How the Breach Could Have Been Prevented </a:t>
            </a:r>
            <a:endParaRPr lang="en-US">
              <a:latin typeface="Seaford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81587-F714-2764-D64E-2B068E8A2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6886726" cy="31885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>
                <a:latin typeface="Aptos"/>
              </a:rPr>
              <a:t>Asset &amp; Configuration Management</a:t>
            </a:r>
            <a:endParaRPr lang="en-US" sz="16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US" sz="1600">
                <a:latin typeface="Aptos"/>
              </a:rPr>
              <a:t>Maintaining an up-to-date inventory of all systems, their owners, configurations, and dependencies is necessary so nothing is overlooked.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latin typeface="Aptos"/>
              </a:rPr>
              <a:t>Ensuring systems are properly scanned (not including subdirectories) so vulnerabilities aren’t missed.</a:t>
            </a:r>
            <a:endParaRPr lang="en-US" sz="160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>
                <a:latin typeface="Aptos"/>
              </a:rPr>
              <a:t>Continuous Monitoring, Intrusion Detection &amp; Anomaly Detection</a:t>
            </a:r>
            <a:endParaRPr lang="en-US" sz="16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US" sz="1600">
                <a:latin typeface="Aptos"/>
              </a:rPr>
              <a:t>Observing network traffic and alerts in real time helps to detect suspicious </a:t>
            </a:r>
            <a:r>
              <a:rPr lang="en-US" sz="1600" err="1">
                <a:latin typeface="Aptos"/>
              </a:rPr>
              <a:t>behaviour</a:t>
            </a:r>
            <a:r>
              <a:rPr lang="en-US" sz="1600">
                <a:latin typeface="Aptos"/>
              </a:rPr>
              <a:t> early. 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>
                <a:latin typeface="Aptos"/>
              </a:rPr>
              <a:t>Log management and integrity checking of logs (so attackers can't erase traces) are critical </a:t>
            </a:r>
            <a:endParaRPr lang="en-US" sz="1600"/>
          </a:p>
        </p:txBody>
      </p:sp>
      <p:pic>
        <p:nvPicPr>
          <p:cNvPr id="19" name="Graphic 18" descr="Table">
            <a:extLst>
              <a:ext uri="{FF2B5EF4-FFF2-40B4-BE49-F238E27FC236}">
                <a16:creationId xmlns:a16="http://schemas.microsoft.com/office/drawing/2014/main" id="{2868BE0B-E7B9-5B74-91A9-307E33733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5541" y="2164438"/>
            <a:ext cx="2792794" cy="2792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BCFED-2E30-0735-9D9F-EECC544F163F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Shemen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1A8A3-840B-4EB9-ED9D-5D67638F4F7A}"/>
              </a:ext>
            </a:extLst>
          </p:cNvPr>
          <p:cNvSpPr txBox="1"/>
          <p:nvPr/>
        </p:nvSpPr>
        <p:spPr>
          <a:xfrm>
            <a:off x="8524261" y="6143836"/>
            <a:ext cx="32694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E" sz="800"/>
              <a:t>(No date) </a:t>
            </a:r>
            <a:r>
              <a:rPr lang="en-IE" sz="800" i="1"/>
              <a:t>Applying the lessons from the </a:t>
            </a:r>
            <a:r>
              <a:rPr lang="en-IE" sz="800" i="1" err="1"/>
              <a:t>equifax</a:t>
            </a:r>
            <a:r>
              <a:rPr lang="en-IE" sz="800" i="1"/>
              <a:t> cybersecurity incident ...</a:t>
            </a:r>
            <a:r>
              <a:rPr lang="en-IE" sz="800"/>
              <a:t> Available at: </a:t>
            </a:r>
            <a:r>
              <a:rPr lang="en-IE" sz="800">
                <a:hlinkClick r:id="rId4"/>
              </a:rPr>
              <a:t>https://cams.mit.edu/wp-content/uploads/2021-06-PUBLISHED-MISQE-Applying-the-Lessons-from-the-Equifax-Cybersecurity-Incident.pdf</a:t>
            </a:r>
            <a:r>
              <a:rPr lang="en-IE" sz="800"/>
              <a:t>  (Accessed: 05 October 2025). 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06135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9AB9-66EC-33DF-9325-DE6FE5EE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204721"/>
            <a:ext cx="8267299" cy="1446550"/>
          </a:xfrm>
        </p:spPr>
        <p:txBody>
          <a:bodyPr>
            <a:normAutofit/>
          </a:bodyPr>
          <a:lstStyle/>
          <a:p>
            <a:r>
              <a:rPr lang="en-US" b="1">
                <a:latin typeface="Seaford Display"/>
              </a:rPr>
              <a:t>How the Breach Could Have Been Prevented </a:t>
            </a:r>
            <a:endParaRPr lang="en-US">
              <a:latin typeface="Seaford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FBF8-A9AC-CE19-2797-06AF6FA92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900516"/>
            <a:ext cx="8267299" cy="2979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>
                <a:latin typeface="Aptos"/>
              </a:rPr>
              <a:t>Incident Response/ Breach Planning/ Drills</a:t>
            </a:r>
            <a:endParaRPr lang="en-US" sz="18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US" sz="1800">
                <a:latin typeface="Aptos"/>
              </a:rPr>
              <a:t>Having a predefined breach response plan with clear roles, escalation paths and communication strategies enables faster containment. </a:t>
            </a:r>
          </a:p>
          <a:p>
            <a:pPr>
              <a:lnSpc>
                <a:spcPct val="90000"/>
              </a:lnSpc>
            </a:pPr>
            <a:r>
              <a:rPr lang="en-US" sz="1800">
                <a:latin typeface="Aptos"/>
              </a:rPr>
              <a:t>Regular exercise, simulations and post-incident reviews strengthen readiness. 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>
                <a:latin typeface="Aptos"/>
              </a:rPr>
              <a:t>Security Governance, Culture &amp; Oversight</a:t>
            </a:r>
            <a:endParaRPr lang="en-US" sz="18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US" sz="1800">
                <a:latin typeface="Aptos"/>
              </a:rPr>
              <a:t>Elevated cybersecurity awareness at board and executive levels helps ensure adequate resources and accountability.</a:t>
            </a:r>
          </a:p>
          <a:p>
            <a:pPr>
              <a:lnSpc>
                <a:spcPct val="90000"/>
              </a:lnSpc>
            </a:pPr>
            <a:r>
              <a:rPr lang="en-US" sz="1800">
                <a:latin typeface="Aptos"/>
              </a:rPr>
              <a:t>Training employees to </a:t>
            </a:r>
            <a:r>
              <a:rPr lang="en-US" sz="1800" err="1">
                <a:latin typeface="Aptos"/>
              </a:rPr>
              <a:t>recognise</a:t>
            </a:r>
            <a:r>
              <a:rPr lang="en-US" sz="1800">
                <a:latin typeface="Aptos"/>
              </a:rPr>
              <a:t> phishing, enforce reporting channels, and build a security-conscious culture. 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C2257-8837-9A90-0449-DA42FAA3E101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Shemen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4D723-2573-41E6-FA25-D1C09041F814}"/>
              </a:ext>
            </a:extLst>
          </p:cNvPr>
          <p:cNvSpPr txBox="1"/>
          <p:nvPr/>
        </p:nvSpPr>
        <p:spPr>
          <a:xfrm>
            <a:off x="8524261" y="6143836"/>
            <a:ext cx="32694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E" sz="800"/>
              <a:t>(No date) </a:t>
            </a:r>
            <a:r>
              <a:rPr lang="en-IE" sz="800" i="1"/>
              <a:t>Applying the lessons from the </a:t>
            </a:r>
            <a:r>
              <a:rPr lang="en-IE" sz="800" i="1" err="1"/>
              <a:t>equifax</a:t>
            </a:r>
            <a:r>
              <a:rPr lang="en-IE" sz="800" i="1"/>
              <a:t> cybersecurity incident ...</a:t>
            </a:r>
            <a:r>
              <a:rPr lang="en-IE" sz="800"/>
              <a:t> Available at: </a:t>
            </a:r>
            <a:r>
              <a:rPr lang="en-IE" sz="800">
                <a:hlinkClick r:id="rId2"/>
              </a:rPr>
              <a:t>https://cams.mit.edu/wp-content/uploads/2021-06-PUBLISHED-MISQE-Applying-the-Lessons-from-the-Equifax-Cybersecurity-Incident.pdf</a:t>
            </a:r>
            <a:r>
              <a:rPr lang="en-IE" sz="800"/>
              <a:t>  (Accessed: 05 October 2025). </a:t>
            </a:r>
          </a:p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01563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770BF-C4EE-4092-7672-BC24A0FE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554" y="587405"/>
            <a:ext cx="4114799" cy="1446550"/>
          </a:xfrm>
        </p:spPr>
        <p:txBody>
          <a:bodyPr>
            <a:normAutofit/>
          </a:bodyPr>
          <a:lstStyle/>
          <a:p>
            <a:r>
              <a:rPr lang="en-GB">
                <a:latin typeface="Seaford Display"/>
              </a:rPr>
              <a:t>Equifax Cyber Threat </a:t>
            </a:r>
            <a:endParaRPr lang="en-US">
              <a:latin typeface="Seaford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D7001-B341-9EAC-6D8F-8DDCA74E4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04" y="2030535"/>
            <a:ext cx="4987088" cy="48028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800">
                <a:latin typeface="Aptos"/>
              </a:rPr>
              <a:t>Vulnerability Type: Software vulnerability exploitation (unpatched systems).</a:t>
            </a:r>
            <a:endParaRPr lang="en-US" sz="1800">
              <a:latin typeface="Aptos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>
                <a:latin typeface="Aptos"/>
              </a:rPr>
              <a:t>Threat vector: Remote Code Execution(RCE).</a:t>
            </a:r>
          </a:p>
          <a:p>
            <a:pPr>
              <a:lnSpc>
                <a:spcPct val="90000"/>
              </a:lnSpc>
            </a:pPr>
            <a:endParaRPr lang="en-GB" sz="1800">
              <a:latin typeface="Aptos"/>
            </a:endParaRPr>
          </a:p>
          <a:p>
            <a:pPr>
              <a:lnSpc>
                <a:spcPct val="90000"/>
              </a:lnSpc>
            </a:pPr>
            <a:r>
              <a:rPr lang="en-GB" sz="1800">
                <a:latin typeface="Aptos"/>
              </a:rPr>
              <a:t>  RCE definition - is a type of security vulnerability that allows attackers to run arbitrary code on a remote machine, connecting to it over public or private networks.</a:t>
            </a:r>
            <a:endParaRPr lang="en-US" sz="1800">
              <a:latin typeface="Aptos"/>
            </a:endParaRPr>
          </a:p>
          <a:p>
            <a:pPr>
              <a:lnSpc>
                <a:spcPct val="90000"/>
              </a:lnSpc>
            </a:pPr>
            <a:endParaRPr lang="en-GB" sz="1800">
              <a:latin typeface="Aptos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800">
                <a:latin typeface="Aptos"/>
              </a:rPr>
              <a:t>First Appearance of the vulnerability: </a:t>
            </a:r>
          </a:p>
          <a:p>
            <a:r>
              <a:rPr lang="en-GB" sz="1800">
                <a:latin typeface="Aptos"/>
              </a:rPr>
              <a:t>March 6, 2017 </a:t>
            </a:r>
            <a:r>
              <a:rPr lang="en-GB" sz="1800">
                <a:latin typeface="Aptos"/>
                <a:ea typeface="+mn-lt"/>
                <a:cs typeface="+mn-lt"/>
              </a:rPr>
              <a:t>; </a:t>
            </a:r>
            <a:r>
              <a:rPr lang="en-GB" sz="1800">
                <a:ea typeface="+mn-lt"/>
                <a:cs typeface="+mn-lt"/>
              </a:rPr>
              <a:t>The Apache Software Foundation publicly disclosed the RCE vulnerability (CVE-2017-5638) in Apache Struts 2.</a:t>
            </a:r>
            <a:endParaRPr lang="en-US" sz="1800">
              <a:latin typeface="Aptos"/>
            </a:endParaRPr>
          </a:p>
          <a:p>
            <a:pPr>
              <a:lnSpc>
                <a:spcPct val="90000"/>
              </a:lnSpc>
            </a:pPr>
            <a:endParaRPr lang="en-GB" sz="1800">
              <a:latin typeface="Aptos"/>
            </a:endParaRPr>
          </a:p>
        </p:txBody>
      </p:sp>
      <p:pic>
        <p:nvPicPr>
          <p:cNvPr id="5" name="Picture 4" descr="A diagram of a computer virus&#10;&#10;AI-generated content may be incorrect.">
            <a:extLst>
              <a:ext uri="{FF2B5EF4-FFF2-40B4-BE49-F238E27FC236}">
                <a16:creationId xmlns:a16="http://schemas.microsoft.com/office/drawing/2014/main" id="{473FF080-FD03-33D3-1D2C-2417E0FC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09" y="1324362"/>
            <a:ext cx="6242839" cy="4106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F5405F-9401-C232-7F2C-C926AE1A8573}"/>
              </a:ext>
            </a:extLst>
          </p:cNvPr>
          <p:cNvSpPr txBox="1"/>
          <p:nvPr/>
        </p:nvSpPr>
        <p:spPr>
          <a:xfrm>
            <a:off x="10820400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latin typeface="Aptos"/>
              </a:rPr>
              <a:t>Virginiah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B88C67-EA9A-9C5E-693C-9A53A645B46C}"/>
              </a:ext>
            </a:extLst>
          </p:cNvPr>
          <p:cNvSpPr txBox="1"/>
          <p:nvPr/>
        </p:nvSpPr>
        <p:spPr>
          <a:xfrm>
            <a:off x="5812396" y="6060267"/>
            <a:ext cx="6224079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700">
                <a:solidFill>
                  <a:schemeClr val="tx1">
                    <a:lumMod val="85000"/>
                  </a:schemeClr>
                </a:solidFill>
                <a:latin typeface="Arial"/>
                <a:cs typeface="Arial"/>
              </a:rPr>
              <a:t>Thomas, J.E., (2019). A Case Study Analysis of the Equifax Data Breach. </a:t>
            </a:r>
            <a:r>
              <a:rPr lang="en-GB" sz="700">
                <a:solidFill>
                  <a:schemeClr val="tx1">
                    <a:lumMod val="85000"/>
                  </a:schemeClr>
                </a:solidFill>
                <a:latin typeface="Arial"/>
                <a:ea typeface="+mn-lt"/>
                <a:cs typeface="Arial"/>
              </a:rPr>
              <a:t>Available at: </a:t>
            </a:r>
            <a:r>
              <a:rPr lang="en-GB" sz="700">
                <a:solidFill>
                  <a:schemeClr val="tx1">
                    <a:lumMod val="8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rofile/Jason-Thomas-21/publication/337916068_A_Case_Study_Analysis_of_the_Equifax_Data_Breach_1_A_Case_Study_Analysis_of_the_Equifax_Data_Breach/links/5df2f9804585159aa4793667/A-Case-Study-Analysis-of-the-Equifax-Data-Breach-1-A-Case-Study-Analysis-of-the-Equifax-Data-Breach.pdf</a:t>
            </a:r>
            <a:r>
              <a:rPr lang="en-GB" sz="700">
                <a:solidFill>
                  <a:schemeClr val="tx1">
                    <a:lumMod val="85000"/>
                  </a:schemeClr>
                </a:solidFill>
                <a:ea typeface="+mn-lt"/>
                <a:cs typeface="+mn-lt"/>
              </a:rPr>
              <a:t>. (Accessed: 30 Sept 2025)</a:t>
            </a:r>
            <a:endParaRPr lang="en-US" sz="700">
              <a:solidFill>
                <a:schemeClr val="tx1">
                  <a:lumMod val="85000"/>
                </a:schemeClr>
              </a:solidFill>
              <a:latin typeface="Tenorite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37301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B8D-38F5-6E57-A256-9F97655A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455636"/>
            <a:ext cx="8267296" cy="1446550"/>
          </a:xfrm>
        </p:spPr>
        <p:txBody>
          <a:bodyPr>
            <a:normAutofit/>
          </a:bodyPr>
          <a:lstStyle/>
          <a:p>
            <a:r>
              <a:rPr lang="en-GB">
                <a:latin typeface="Seaford Display"/>
              </a:rPr>
              <a:t>Types/ Categories of Remote Code Execution Attacks</a:t>
            </a:r>
          </a:p>
        </p:txBody>
      </p:sp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12D2231D-71BD-C288-F9B9-5FF1D5A9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203092"/>
            <a:ext cx="8267299" cy="2979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>
                <a:latin typeface="Aptos"/>
              </a:rPr>
              <a:t> Ways of classifying RCE Types By:</a:t>
            </a:r>
            <a:endParaRPr lang="en-US">
              <a:latin typeface="Aptos"/>
            </a:endParaRPr>
          </a:p>
        </p:txBody>
      </p:sp>
      <p:graphicFrame>
        <p:nvGraphicFramePr>
          <p:cNvPr id="7" name="Content Placeholder 17">
            <a:extLst>
              <a:ext uri="{FF2B5EF4-FFF2-40B4-BE49-F238E27FC236}">
                <a16:creationId xmlns:a16="http://schemas.microsoft.com/office/drawing/2014/main" id="{A43DEDE9-FD6D-D1ED-BC18-8F7523DF2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2899394"/>
              </p:ext>
            </p:extLst>
          </p:nvPr>
        </p:nvGraphicFramePr>
        <p:xfrm>
          <a:off x="1264961" y="2764037"/>
          <a:ext cx="9665903" cy="3188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FBEA669-3403-464C-EAEA-27ED6680406E}"/>
              </a:ext>
            </a:extLst>
          </p:cNvPr>
          <p:cNvSpPr txBox="1"/>
          <p:nvPr/>
        </p:nvSpPr>
        <p:spPr>
          <a:xfrm>
            <a:off x="10674724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latin typeface="Aptos"/>
              </a:rPr>
              <a:t>Virginiah</a:t>
            </a:r>
            <a:endParaRPr lang="en-GB" err="1"/>
          </a:p>
        </p:txBody>
      </p:sp>
    </p:spTree>
    <p:extLst>
      <p:ext uri="{BB962C8B-B14F-4D97-AF65-F5344CB8AC3E}">
        <p14:creationId xmlns:p14="http://schemas.microsoft.com/office/powerpoint/2010/main" val="359780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0D03E-C1FD-2803-B7AE-DC50B5AE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326483"/>
            <a:ext cx="3198777" cy="4024885"/>
          </a:xfrm>
        </p:spPr>
        <p:txBody>
          <a:bodyPr>
            <a:normAutofit/>
          </a:bodyPr>
          <a:lstStyle/>
          <a:p>
            <a:r>
              <a:rPr lang="en-US"/>
              <a:t>Types Explained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ross 87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52C9F95F-76DE-E742-66AD-82A52CA43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187722"/>
              </p:ext>
            </p:extLst>
          </p:nvPr>
        </p:nvGraphicFramePr>
        <p:xfrm>
          <a:off x="-241632" y="1714896"/>
          <a:ext cx="11804619" cy="4772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F5F84112-FF3F-B38B-211A-7AD65FBCF7D7}"/>
              </a:ext>
            </a:extLst>
          </p:cNvPr>
          <p:cNvSpPr txBox="1"/>
          <p:nvPr/>
        </p:nvSpPr>
        <p:spPr>
          <a:xfrm>
            <a:off x="135876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latin typeface="Aptos"/>
              </a:rPr>
              <a:t>Virginiah</a:t>
            </a:r>
            <a:endParaRPr lang="en-GB" err="1"/>
          </a:p>
        </p:txBody>
      </p:sp>
    </p:spTree>
    <p:extLst>
      <p:ext uri="{BB962C8B-B14F-4D97-AF65-F5344CB8AC3E}">
        <p14:creationId xmlns:p14="http://schemas.microsoft.com/office/powerpoint/2010/main" val="418696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2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ross 53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>
            <a:extLst>
              <a:ext uri="{FF2B5EF4-FFF2-40B4-BE49-F238E27FC236}">
                <a16:creationId xmlns:a16="http://schemas.microsoft.com/office/drawing/2014/main" id="{56EC6756-249A-354D-B2C0-DA82BEEEC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5290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9B14128-2D03-F14B-8681-9410A28F3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71D54-2351-EC67-F011-0960B588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807" y="1039676"/>
            <a:ext cx="5216739" cy="252492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b="1" kern="1200" spc="-150">
                <a:latin typeface="Seaford Display"/>
              </a:rPr>
              <a:t>Recent Apache Struts &amp; </a:t>
            </a:r>
            <a:br>
              <a:rPr lang="en-US" b="1" kern="1200" spc="-150">
                <a:latin typeface="Seaford Display"/>
              </a:rPr>
            </a:br>
            <a:r>
              <a:rPr lang="en-US" b="1" kern="1200" spc="-150">
                <a:latin typeface="Seaford Display"/>
              </a:rPr>
              <a:t>Similar Web Application Vulnerabilities</a:t>
            </a:r>
            <a:br>
              <a:rPr lang="en-US" kern="1200" spc="-150">
                <a:latin typeface="Seaford Display"/>
              </a:rPr>
            </a:br>
            <a:endParaRPr lang="en-US" kern="1200" spc="-150">
              <a:latin typeface="Seaford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871CF-775D-B803-96CA-235B959B8958}"/>
              </a:ext>
            </a:extLst>
          </p:cNvPr>
          <p:cNvSpPr txBox="1"/>
          <p:nvPr/>
        </p:nvSpPr>
        <p:spPr>
          <a:xfrm>
            <a:off x="1806" y="6530595"/>
            <a:ext cx="1024778" cy="4489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err="1"/>
              <a:t>Linru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876E5-F10F-5EB1-A152-CEF576522204}"/>
              </a:ext>
            </a:extLst>
          </p:cNvPr>
          <p:cNvSpPr txBox="1"/>
          <p:nvPr/>
        </p:nvSpPr>
        <p:spPr>
          <a:xfrm>
            <a:off x="6989695" y="3129374"/>
            <a:ext cx="49551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These flaws exploited a key attack vector, compromising critical assets such as user databases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16F213-861C-5ECC-3071-9CE0A16FF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667913"/>
              </p:ext>
            </p:extLst>
          </p:nvPr>
        </p:nvGraphicFramePr>
        <p:xfrm>
          <a:off x="300182" y="1500909"/>
          <a:ext cx="6687423" cy="418598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748892">
                  <a:extLst>
                    <a:ext uri="{9D8B030D-6E8A-4147-A177-3AD203B41FA5}">
                      <a16:colId xmlns:a16="http://schemas.microsoft.com/office/drawing/2014/main" val="548981058"/>
                    </a:ext>
                  </a:extLst>
                </a:gridCol>
                <a:gridCol w="896868">
                  <a:extLst>
                    <a:ext uri="{9D8B030D-6E8A-4147-A177-3AD203B41FA5}">
                      <a16:colId xmlns:a16="http://schemas.microsoft.com/office/drawing/2014/main" val="2101415758"/>
                    </a:ext>
                  </a:extLst>
                </a:gridCol>
                <a:gridCol w="2518317">
                  <a:extLst>
                    <a:ext uri="{9D8B030D-6E8A-4147-A177-3AD203B41FA5}">
                      <a16:colId xmlns:a16="http://schemas.microsoft.com/office/drawing/2014/main" val="3463323695"/>
                    </a:ext>
                  </a:extLst>
                </a:gridCol>
                <a:gridCol w="1523346">
                  <a:extLst>
                    <a:ext uri="{9D8B030D-6E8A-4147-A177-3AD203B41FA5}">
                      <a16:colId xmlns:a16="http://schemas.microsoft.com/office/drawing/2014/main" val="4023702455"/>
                    </a:ext>
                  </a:extLst>
                </a:gridCol>
              </a:tblGrid>
              <a:tr h="78199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GB" sz="1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CVE/Vulnerability</a:t>
                      </a:r>
                    </a:p>
                  </a:txBody>
                  <a:tcPr marL="133575" marR="43950" marT="66787" marB="667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GB" sz="1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Severity</a:t>
                      </a:r>
                    </a:p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GB" sz="1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(CVSS)</a:t>
                      </a:r>
                    </a:p>
                  </a:txBody>
                  <a:tcPr marL="133575" marR="43950" marT="66787" marB="667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GB" sz="1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Description/</a:t>
                      </a:r>
                    </a:p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GB" sz="1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Impact</a:t>
                      </a:r>
                    </a:p>
                  </a:txBody>
                  <a:tcPr marL="133575" marR="43950" marT="66787" marB="667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GB" sz="1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Fixed Version</a:t>
                      </a:r>
                    </a:p>
                  </a:txBody>
                  <a:tcPr marL="133575" marR="43950" marT="66787" marB="667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276727"/>
                  </a:ext>
                </a:extLst>
              </a:tr>
              <a:tr h="81266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CVE-2024-53677</a:t>
                      </a: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9.8 Critical</a:t>
                      </a: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Allowed unauthenticated file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 uploads that could lead to 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full system compromise.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Apache Struts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 6.4.0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989704"/>
                  </a:ext>
                </a:extLst>
              </a:tr>
              <a:tr h="99666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CVE-2023-50164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9.8 Critical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1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Path traversal vulnerability</a:t>
                      </a: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 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— attackers could upload 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malicious files and trigger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 Remote Code Execution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v2.5.33 /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 v6.3.0.2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18198"/>
                  </a:ext>
                </a:extLst>
              </a:tr>
              <a:tr h="79733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CVE-2017-5638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9.8 Critical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The one that caused the Equifax breach where 147 million personal records were stolen.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v2.5.10.1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60162"/>
                  </a:ext>
                </a:extLst>
              </a:tr>
              <a:tr h="79733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Log4j (CVE-2021-44228 “Log4Shell”)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10 Critical</a:t>
                      </a: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Java-based framework, affected companies like Amazon and Microsoft.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Apache Log4j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GB" sz="1400" b="0" i="0" u="none" strike="noStrike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 2.15.0 and later</a:t>
                      </a:r>
                      <a:endParaRPr lang="en-GB" sz="14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133575" marR="38090" marT="66787" marB="6678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5963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C98740-597A-0206-135D-36E29FECD2B8}"/>
              </a:ext>
            </a:extLst>
          </p:cNvPr>
          <p:cNvSpPr txBox="1"/>
          <p:nvPr/>
        </p:nvSpPr>
        <p:spPr>
          <a:xfrm>
            <a:off x="9002687" y="6638642"/>
            <a:ext cx="320886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00">
                <a:ea typeface="+mn-lt"/>
                <a:cs typeface="+mn-lt"/>
                <a:hlinkClick r:id="rId2"/>
              </a:rPr>
              <a:t>Apache Struts Vulnerabilities: Latest CVEs And Fixes (tuxcare.com)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806610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0EA52-8D85-ED4E-9B4F-4D5E1BE16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3243671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CCA01-D2BA-6677-1FE5-5D7EF578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946" y="1098888"/>
            <a:ext cx="4840636" cy="843300"/>
          </a:xfrm>
        </p:spPr>
        <p:txBody>
          <a:bodyPr>
            <a:normAutofit/>
          </a:bodyPr>
          <a:lstStyle/>
          <a:p>
            <a:r>
              <a:rPr lang="en-US" b="1">
                <a:latin typeface="Aptos Display"/>
              </a:rPr>
              <a:t>Security controls:</a:t>
            </a:r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66CC1C4-3013-CB4A-8BF8-FDFE9B8E4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623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88F90-5709-6756-1889-803176E964BF}"/>
              </a:ext>
            </a:extLst>
          </p:cNvPr>
          <p:cNvSpPr txBox="1"/>
          <p:nvPr/>
        </p:nvSpPr>
        <p:spPr>
          <a:xfrm>
            <a:off x="-4482" y="6483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Linru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BFED2-7407-A65B-9B80-A175BC5EC7FA}"/>
              </a:ext>
            </a:extLst>
          </p:cNvPr>
          <p:cNvSpPr txBox="1"/>
          <p:nvPr/>
        </p:nvSpPr>
        <p:spPr>
          <a:xfrm>
            <a:off x="3675779" y="2159964"/>
            <a:ext cx="779145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latin typeface="Aptos"/>
              </a:rPr>
              <a:t>Patch and Update Management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latin typeface="Aptos"/>
              </a:rPr>
              <a:t>Regularly upgrade to fixed versions.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latin typeface="Aptos"/>
              </a:rPr>
              <a:t>Timely application of security patches (Equifax failed here).</a:t>
            </a:r>
            <a:endParaRPr lang="en-GB">
              <a:latin typeface="Aptos"/>
            </a:endParaRPr>
          </a:p>
          <a:p>
            <a:r>
              <a:rPr lang="en-GB" sz="2000">
                <a:latin typeface="Aptos"/>
              </a:rPr>
              <a:t>Vulnerability Assessment and Testing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latin typeface="Aptos"/>
              </a:rPr>
              <a:t>Conduct regular vulnerability scans and penetration tests.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latin typeface="Aptos"/>
              </a:rPr>
              <a:t>Perform ongoing threat analysis </a:t>
            </a:r>
            <a:r>
              <a:rPr lang="en-GB" sz="1600">
                <a:solidFill>
                  <a:schemeClr val="bg2">
                    <a:lumMod val="60000"/>
                    <a:lumOff val="40000"/>
                  </a:schemeClr>
                </a:solidFill>
                <a:latin typeface="Aptos"/>
              </a:rPr>
              <a:t>to identify potential vulnerabilities early on.</a:t>
            </a:r>
          </a:p>
          <a:p>
            <a:r>
              <a:rPr lang="en-GB" sz="2000">
                <a:latin typeface="Aptos"/>
              </a:rPr>
              <a:t>Secure Development and Governance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latin typeface="Aptos"/>
              </a:rPr>
              <a:t>Building a security-first culture.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latin typeface="Aptos"/>
              </a:rPr>
              <a:t>Use secure coding practices.</a:t>
            </a:r>
          </a:p>
          <a:p>
            <a:r>
              <a:rPr lang="en-GB" sz="2000">
                <a:latin typeface="Aptos"/>
              </a:rPr>
              <a:t>Deploy a Web Application Firewall </a:t>
            </a:r>
            <a:r>
              <a:rPr lang="en-GB" sz="2000">
                <a:solidFill>
                  <a:schemeClr val="bg2">
                    <a:lumMod val="60000"/>
                    <a:lumOff val="40000"/>
                  </a:schemeClr>
                </a:solidFill>
                <a:latin typeface="Aptos"/>
              </a:rPr>
              <a:t>to block malicious uploads and RCE attempts.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21C85-DF08-633A-82C0-2E202A243580}"/>
              </a:ext>
            </a:extLst>
          </p:cNvPr>
          <p:cNvSpPr txBox="1"/>
          <p:nvPr/>
        </p:nvSpPr>
        <p:spPr>
          <a:xfrm>
            <a:off x="9881218" y="6609431"/>
            <a:ext cx="22987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hlinkClick r:id="rId2"/>
              </a:rPr>
              <a:t>Vulnerability and threat management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4153524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B0F42-DD2D-3C13-1D2D-4AD4AEC5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>
                <a:latin typeface="Aptos Display"/>
              </a:rPr>
              <a:t>Conclusion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5748FE-DC93-243C-86F3-C6C6D2D5D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449818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95EB844-4A36-1E3A-7C69-8863C88B0AFA}"/>
              </a:ext>
            </a:extLst>
          </p:cNvPr>
          <p:cNvSpPr txBox="1"/>
          <p:nvPr/>
        </p:nvSpPr>
        <p:spPr>
          <a:xfrm>
            <a:off x="17929" y="6506135"/>
            <a:ext cx="1095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ptos"/>
              </a:rPr>
              <a:t>Shauna</a:t>
            </a:r>
          </a:p>
        </p:txBody>
      </p:sp>
    </p:spTree>
    <p:extLst>
      <p:ext uri="{BB962C8B-B14F-4D97-AF65-F5344CB8AC3E}">
        <p14:creationId xmlns:p14="http://schemas.microsoft.com/office/powerpoint/2010/main" val="829282444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MadridVTI</vt:lpstr>
      <vt:lpstr>Equifax Data Breach  (2017) Apache Struts – Group B</vt:lpstr>
      <vt:lpstr>Equifax Background</vt:lpstr>
      <vt:lpstr>What was the incident about? What was compromised?</vt:lpstr>
      <vt:lpstr>What was the incident about? What was compromised?</vt:lpstr>
      <vt:lpstr>How was the attack conducted?</vt:lpstr>
      <vt:lpstr>How was the attack conducted?</vt:lpstr>
      <vt:lpstr>How was the attack conducted?</vt:lpstr>
      <vt:lpstr>How was the attack conducted?</vt:lpstr>
      <vt:lpstr>Timeline of Events</vt:lpstr>
      <vt:lpstr>Timeline of Events</vt:lpstr>
      <vt:lpstr>Consequences of the Equifax Breach</vt:lpstr>
      <vt:lpstr>Consequences of the Equifax Breach</vt:lpstr>
      <vt:lpstr>Consequences of the Equifax Breach</vt:lpstr>
      <vt:lpstr>How the Breach Could Have Been Prevented </vt:lpstr>
      <vt:lpstr>How the Breach Could Have Been Prevented </vt:lpstr>
      <vt:lpstr>How the Breach Could Have Been Prevented </vt:lpstr>
      <vt:lpstr>Equifax Cyber Threat </vt:lpstr>
      <vt:lpstr>Types/ Categories of Remote Code Execution Attacks</vt:lpstr>
      <vt:lpstr>Types Explained</vt:lpstr>
      <vt:lpstr>Recent Apache Struts &amp;  Similar Web Application Vulnerabilities </vt:lpstr>
      <vt:lpstr>Security controls: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Shemen Eroje</dc:creator>
  <cp:revision>1</cp:revision>
  <dcterms:created xsi:type="dcterms:W3CDTF">2025-10-06T13:13:34Z</dcterms:created>
  <dcterms:modified xsi:type="dcterms:W3CDTF">2025-10-08T10:04:51Z</dcterms:modified>
</cp:coreProperties>
</file>